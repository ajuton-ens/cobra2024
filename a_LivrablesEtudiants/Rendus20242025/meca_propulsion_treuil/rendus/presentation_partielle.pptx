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8" r:id="rId4"/>
    <p:sldId id="416" r:id="rId5"/>
    <p:sldId id="417" r:id="rId6"/>
    <p:sldId id="418" r:id="rId7"/>
    <p:sldId id="423" r:id="rId8"/>
    <p:sldId id="419" r:id="rId9"/>
    <p:sldId id="425" r:id="rId10"/>
    <p:sldId id="424" r:id="rId11"/>
    <p:sldId id="42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PE Tennis" id="{C0AA06EA-8FA0-42E4-924E-24E24DAD556A}">
          <p14:sldIdLst>
            <p14:sldId id="256"/>
            <p14:sldId id="257"/>
          </p14:sldIdLst>
        </p14:section>
        <p14:section name="Présentation générale" id="{55EA3CB9-0279-4E7E-8DEE-1BDA38B85ADF}">
          <p14:sldIdLst>
            <p14:sldId id="258"/>
            <p14:sldId id="416"/>
            <p14:sldId id="417"/>
            <p14:sldId id="418"/>
            <p14:sldId id="423"/>
            <p14:sldId id="419"/>
            <p14:sldId id="425"/>
            <p14:sldId id="424"/>
            <p14:sldId id="42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6664"/>
    <a:srgbClr val="A02B93"/>
    <a:srgbClr val="3333B2"/>
    <a:srgbClr val="156082"/>
    <a:srgbClr val="196B24"/>
    <a:srgbClr val="EEEAE0"/>
    <a:srgbClr val="2F2B2A"/>
    <a:srgbClr val="37383D"/>
    <a:srgbClr val="FFC000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8BECBF-1657-43FE-824C-FC5E008053BC}" v="28" dt="2024-12-13T07:36:11.5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688" autoAdjust="0"/>
    <p:restoredTop sz="93645" autoAdjust="0"/>
  </p:normalViewPr>
  <p:slideViewPr>
    <p:cSldViewPr snapToGrid="0">
      <p:cViewPr varScale="1">
        <p:scale>
          <a:sx n="104" d="100"/>
          <a:sy n="104" d="100"/>
        </p:scale>
        <p:origin x="1356" y="102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crède Wlodyka" userId="0dd7589c3062af3d" providerId="LiveId" clId="{288BECBF-1657-43FE-824C-FC5E008053BC}"/>
    <pc:docChg chg="undo custSel addSld delSld modSld sldOrd modSection">
      <pc:chgData name="Tancrède Wlodyka" userId="0dd7589c3062af3d" providerId="LiveId" clId="{288BECBF-1657-43FE-824C-FC5E008053BC}" dt="2024-12-23T16:44:20.991" v="2056" actId="47"/>
      <pc:docMkLst>
        <pc:docMk/>
      </pc:docMkLst>
      <pc:sldChg chg="addSp delSp modSp mod">
        <pc:chgData name="Tancrède Wlodyka" userId="0dd7589c3062af3d" providerId="LiveId" clId="{288BECBF-1657-43FE-824C-FC5E008053BC}" dt="2024-12-06T08:55:19.427" v="1505" actId="20577"/>
        <pc:sldMkLst>
          <pc:docMk/>
          <pc:sldMk cId="884299899" sldId="256"/>
        </pc:sldMkLst>
        <pc:spChg chg="del">
          <ac:chgData name="Tancrède Wlodyka" userId="0dd7589c3062af3d" providerId="LiveId" clId="{288BECBF-1657-43FE-824C-FC5E008053BC}" dt="2024-12-06T08:29:25.757" v="1275" actId="478"/>
          <ac:spMkLst>
            <pc:docMk/>
            <pc:sldMk cId="884299899" sldId="256"/>
            <ac:spMk id="2" creationId="{5A095FB4-DD0E-D0FD-16CD-FAA4EE9D336E}"/>
          </ac:spMkLst>
        </pc:spChg>
        <pc:spChg chg="add del mod">
          <ac:chgData name="Tancrède Wlodyka" userId="0dd7589c3062af3d" providerId="LiveId" clId="{288BECBF-1657-43FE-824C-FC5E008053BC}" dt="2024-12-06T08:40:42.374" v="1281" actId="478"/>
          <ac:spMkLst>
            <pc:docMk/>
            <pc:sldMk cId="884299899" sldId="256"/>
            <ac:spMk id="11" creationId="{79F55214-4B37-4768-2B79-35DFADCD8029}"/>
          </ac:spMkLst>
        </pc:spChg>
        <pc:spChg chg="add mod">
          <ac:chgData name="Tancrède Wlodyka" userId="0dd7589c3062af3d" providerId="LiveId" clId="{288BECBF-1657-43FE-824C-FC5E008053BC}" dt="2024-12-06T08:29:26.210" v="1276"/>
          <ac:spMkLst>
            <pc:docMk/>
            <pc:sldMk cId="884299899" sldId="256"/>
            <ac:spMk id="12" creationId="{BF3202D4-A381-6679-F4CA-A615196186C1}"/>
          </ac:spMkLst>
        </pc:spChg>
        <pc:spChg chg="mod">
          <ac:chgData name="Tancrède Wlodyka" userId="0dd7589c3062af3d" providerId="LiveId" clId="{288BECBF-1657-43FE-824C-FC5E008053BC}" dt="2024-12-06T07:25:33.552" v="44" actId="20577"/>
          <ac:spMkLst>
            <pc:docMk/>
            <pc:sldMk cId="884299899" sldId="256"/>
            <ac:spMk id="14" creationId="{F4868B6B-54D5-6E79-17B1-232EDC6E7579}"/>
          </ac:spMkLst>
        </pc:spChg>
        <pc:spChg chg="mod">
          <ac:chgData name="Tancrède Wlodyka" userId="0dd7589c3062af3d" providerId="LiveId" clId="{288BECBF-1657-43FE-824C-FC5E008053BC}" dt="2024-12-06T08:55:01.315" v="1481" actId="20577"/>
          <ac:spMkLst>
            <pc:docMk/>
            <pc:sldMk cId="884299899" sldId="256"/>
            <ac:spMk id="15" creationId="{57C6C440-6753-B98A-5F07-1864D154FD3E}"/>
          </ac:spMkLst>
        </pc:spChg>
        <pc:spChg chg="add mod">
          <ac:chgData name="Tancrède Wlodyka" userId="0dd7589c3062af3d" providerId="LiveId" clId="{288BECBF-1657-43FE-824C-FC5E008053BC}" dt="2024-12-06T08:45:16.235" v="1398" actId="1036"/>
          <ac:spMkLst>
            <pc:docMk/>
            <pc:sldMk cId="884299899" sldId="256"/>
            <ac:spMk id="17" creationId="{F18D7B39-A52B-ED98-A9B1-D3B654C73A9D}"/>
          </ac:spMkLst>
        </pc:spChg>
        <pc:spChg chg="mod">
          <ac:chgData name="Tancrède Wlodyka" userId="0dd7589c3062af3d" providerId="LiveId" clId="{288BECBF-1657-43FE-824C-FC5E008053BC}" dt="2024-12-06T08:45:11.020" v="1377" actId="1036"/>
          <ac:spMkLst>
            <pc:docMk/>
            <pc:sldMk cId="884299899" sldId="256"/>
            <ac:spMk id="20" creationId="{9E22D63A-79EE-46C1-4E98-CB5445E07ED2}"/>
          </ac:spMkLst>
        </pc:spChg>
        <pc:spChg chg="del">
          <ac:chgData name="Tancrède Wlodyka" userId="0dd7589c3062af3d" providerId="LiveId" clId="{288BECBF-1657-43FE-824C-FC5E008053BC}" dt="2024-12-06T07:27:44.651" v="107" actId="478"/>
          <ac:spMkLst>
            <pc:docMk/>
            <pc:sldMk cId="884299899" sldId="256"/>
            <ac:spMk id="22" creationId="{1B24EE7F-10C5-C658-98FB-0C1DFF573999}"/>
          </ac:spMkLst>
        </pc:spChg>
        <pc:spChg chg="mod">
          <ac:chgData name="Tancrède Wlodyka" userId="0dd7589c3062af3d" providerId="LiveId" clId="{288BECBF-1657-43FE-824C-FC5E008053BC}" dt="2024-12-06T08:55:19.427" v="1505" actId="20577"/>
          <ac:spMkLst>
            <pc:docMk/>
            <pc:sldMk cId="884299899" sldId="256"/>
            <ac:spMk id="23" creationId="{9B3C2D4C-333D-DAE4-182F-156853FEAEFF}"/>
          </ac:spMkLst>
        </pc:spChg>
        <pc:spChg chg="add mod">
          <ac:chgData name="Tancrède Wlodyka" userId="0dd7589c3062af3d" providerId="LiveId" clId="{288BECBF-1657-43FE-824C-FC5E008053BC}" dt="2024-12-06T08:45:34.061" v="1426" actId="1076"/>
          <ac:spMkLst>
            <pc:docMk/>
            <pc:sldMk cId="884299899" sldId="256"/>
            <ac:spMk id="24" creationId="{6B89E2EC-D780-F6A4-53E0-B94AF190B5EA}"/>
          </ac:spMkLst>
        </pc:spChg>
        <pc:grpChg chg="mod">
          <ac:chgData name="Tancrède Wlodyka" userId="0dd7589c3062af3d" providerId="LiveId" clId="{288BECBF-1657-43FE-824C-FC5E008053BC}" dt="2024-12-06T08:45:45.032" v="1455" actId="1036"/>
          <ac:grpSpMkLst>
            <pc:docMk/>
            <pc:sldMk cId="884299899" sldId="256"/>
            <ac:grpSpMk id="19" creationId="{03B04D4B-46A7-5B54-0181-0BE873330B3E}"/>
          </ac:grpSpMkLst>
        </pc:grpChg>
        <pc:picChg chg="add del mod">
          <ac:chgData name="Tancrède Wlodyka" userId="0dd7589c3062af3d" providerId="LiveId" clId="{288BECBF-1657-43FE-824C-FC5E008053BC}" dt="2024-12-06T07:27:15.670" v="54" actId="21"/>
          <ac:picMkLst>
            <pc:docMk/>
            <pc:sldMk cId="884299899" sldId="256"/>
            <ac:picMk id="4" creationId="{759CFA63-B96F-9232-879A-4C6451CAA587}"/>
          </ac:picMkLst>
        </pc:picChg>
        <pc:picChg chg="add mod">
          <ac:chgData name="Tancrède Wlodyka" userId="0dd7589c3062af3d" providerId="LiveId" clId="{288BECBF-1657-43FE-824C-FC5E008053BC}" dt="2024-12-06T08:45:41.261" v="1445" actId="1035"/>
          <ac:picMkLst>
            <pc:docMk/>
            <pc:sldMk cId="884299899" sldId="256"/>
            <ac:picMk id="8" creationId="{8012385A-D029-7C65-77BE-13FB2A0897C7}"/>
          </ac:picMkLst>
        </pc:picChg>
        <pc:picChg chg="del">
          <ac:chgData name="Tancrède Wlodyka" userId="0dd7589c3062af3d" providerId="LiveId" clId="{288BECBF-1657-43FE-824C-FC5E008053BC}" dt="2024-12-06T07:25:50.853" v="47" actId="478"/>
          <ac:picMkLst>
            <pc:docMk/>
            <pc:sldMk cId="884299899" sldId="256"/>
            <ac:picMk id="18" creationId="{14581288-7736-D89A-7C49-396C4819F378}"/>
          </ac:picMkLst>
        </pc:picChg>
      </pc:sldChg>
      <pc:sldChg chg="addSp delSp modSp mod">
        <pc:chgData name="Tancrède Wlodyka" userId="0dd7589c3062af3d" providerId="LiveId" clId="{288BECBF-1657-43FE-824C-FC5E008053BC}" dt="2024-12-06T08:55:58.769" v="1511"/>
        <pc:sldMkLst>
          <pc:docMk/>
          <pc:sldMk cId="2538612069" sldId="257"/>
        </pc:sldMkLst>
        <pc:spChg chg="mod">
          <ac:chgData name="Tancrède Wlodyka" userId="0dd7589c3062af3d" providerId="LiveId" clId="{288BECBF-1657-43FE-824C-FC5E008053BC}" dt="2024-12-06T08:17:12.438" v="1163" actId="12788"/>
          <ac:spMkLst>
            <pc:docMk/>
            <pc:sldMk cId="2538612069" sldId="257"/>
            <ac:spMk id="7" creationId="{A210D34B-FB78-EE97-6C97-1DD76E49DC07}"/>
          </ac:spMkLst>
        </pc:spChg>
        <pc:spChg chg="del">
          <ac:chgData name="Tancrède Wlodyka" userId="0dd7589c3062af3d" providerId="LiveId" clId="{288BECBF-1657-43FE-824C-FC5E008053BC}" dt="2024-12-06T08:55:58.061" v="1510" actId="478"/>
          <ac:spMkLst>
            <pc:docMk/>
            <pc:sldMk cId="2538612069" sldId="257"/>
            <ac:spMk id="8" creationId="{3D5FA3CB-9214-A7B6-4395-43475BFD8E9E}"/>
          </ac:spMkLst>
        </pc:spChg>
        <pc:spChg chg="del">
          <ac:chgData name="Tancrède Wlodyka" userId="0dd7589c3062af3d" providerId="LiveId" clId="{288BECBF-1657-43FE-824C-FC5E008053BC}" dt="2024-12-06T08:55:37.817" v="1506" actId="478"/>
          <ac:spMkLst>
            <pc:docMk/>
            <pc:sldMk cId="2538612069" sldId="257"/>
            <ac:spMk id="11" creationId="{958AAAB8-BAC8-C143-2C72-FEABDBBD86C8}"/>
          </ac:spMkLst>
        </pc:spChg>
        <pc:spChg chg="del">
          <ac:chgData name="Tancrède Wlodyka" userId="0dd7589c3062af3d" providerId="LiveId" clId="{288BECBF-1657-43FE-824C-FC5E008053BC}" dt="2024-12-06T08:29:21.234" v="1273" actId="478"/>
          <ac:spMkLst>
            <pc:docMk/>
            <pc:sldMk cId="2538612069" sldId="257"/>
            <ac:spMk id="12" creationId="{01F22B05-30CC-6C75-C5E5-26D61BBD70B0}"/>
          </ac:spMkLst>
        </pc:spChg>
        <pc:spChg chg="add mod">
          <ac:chgData name="Tancrède Wlodyka" userId="0dd7589c3062af3d" providerId="LiveId" clId="{288BECBF-1657-43FE-824C-FC5E008053BC}" dt="2024-12-06T08:29:21.870" v="1274"/>
          <ac:spMkLst>
            <pc:docMk/>
            <pc:sldMk cId="2538612069" sldId="257"/>
            <ac:spMk id="14" creationId="{FB070161-FEBC-8C43-4B37-B884E27AF4DA}"/>
          </ac:spMkLst>
        </pc:spChg>
        <pc:spChg chg="add del">
          <ac:chgData name="Tancrède Wlodyka" userId="0dd7589c3062af3d" providerId="LiveId" clId="{288BECBF-1657-43FE-824C-FC5E008053BC}" dt="2024-12-06T08:55:41.279" v="1508" actId="22"/>
          <ac:spMkLst>
            <pc:docMk/>
            <pc:sldMk cId="2538612069" sldId="257"/>
            <ac:spMk id="16" creationId="{3216A95F-965D-29D5-2CB3-26AA0D203C54}"/>
          </ac:spMkLst>
        </pc:spChg>
        <pc:spChg chg="add mod">
          <ac:chgData name="Tancrède Wlodyka" userId="0dd7589c3062af3d" providerId="LiveId" clId="{288BECBF-1657-43FE-824C-FC5E008053BC}" dt="2024-12-06T08:55:47.449" v="1509"/>
          <ac:spMkLst>
            <pc:docMk/>
            <pc:sldMk cId="2538612069" sldId="257"/>
            <ac:spMk id="17" creationId="{2983202E-ACF2-A209-B24B-EC1A3F0FB470}"/>
          </ac:spMkLst>
        </pc:spChg>
        <pc:spChg chg="add mod">
          <ac:chgData name="Tancrède Wlodyka" userId="0dd7589c3062af3d" providerId="LiveId" clId="{288BECBF-1657-43FE-824C-FC5E008053BC}" dt="2024-12-06T08:55:58.769" v="1511"/>
          <ac:spMkLst>
            <pc:docMk/>
            <pc:sldMk cId="2538612069" sldId="257"/>
            <ac:spMk id="18" creationId="{8377B004-55E1-68FF-44F5-BD29F8BCCBE3}"/>
          </ac:spMkLst>
        </pc:spChg>
        <pc:picChg chg="del">
          <ac:chgData name="Tancrède Wlodyka" userId="0dd7589c3062af3d" providerId="LiveId" clId="{288BECBF-1657-43FE-824C-FC5E008053BC}" dt="2024-12-06T07:27:17.672" v="55" actId="478"/>
          <ac:picMkLst>
            <pc:docMk/>
            <pc:sldMk cId="2538612069" sldId="257"/>
            <ac:picMk id="4" creationId="{13700719-3800-F6CE-333B-EDF660FE4CB4}"/>
          </ac:picMkLst>
        </pc:picChg>
        <pc:picChg chg="add mod">
          <ac:chgData name="Tancrède Wlodyka" userId="0dd7589c3062af3d" providerId="LiveId" clId="{288BECBF-1657-43FE-824C-FC5E008053BC}" dt="2024-12-06T08:14:34.912" v="1060" actId="1035"/>
          <ac:picMkLst>
            <pc:docMk/>
            <pc:sldMk cId="2538612069" sldId="257"/>
            <ac:picMk id="13" creationId="{759CFA63-B96F-9232-879A-4C6451CAA587}"/>
          </ac:picMkLst>
        </pc:picChg>
      </pc:sldChg>
      <pc:sldChg chg="addSp delSp modSp mod">
        <pc:chgData name="Tancrède Wlodyka" userId="0dd7589c3062af3d" providerId="LiveId" clId="{288BECBF-1657-43FE-824C-FC5E008053BC}" dt="2024-12-06T08:56:43.833" v="1515" actId="20577"/>
        <pc:sldMkLst>
          <pc:docMk/>
          <pc:sldMk cId="2760884085" sldId="258"/>
        </pc:sldMkLst>
        <pc:spChg chg="mod">
          <ac:chgData name="Tancrède Wlodyka" userId="0dd7589c3062af3d" providerId="LiveId" clId="{288BECBF-1657-43FE-824C-FC5E008053BC}" dt="2024-12-06T08:28:15.727" v="1185" actId="20577"/>
          <ac:spMkLst>
            <pc:docMk/>
            <pc:sldMk cId="2760884085" sldId="258"/>
            <ac:spMk id="3" creationId="{4519FDE3-D73D-1E33-E128-3348431613FE}"/>
          </ac:spMkLst>
        </pc:spChg>
        <pc:spChg chg="mod">
          <ac:chgData name="Tancrède Wlodyka" userId="0dd7589c3062af3d" providerId="LiveId" clId="{288BECBF-1657-43FE-824C-FC5E008053BC}" dt="2024-12-06T08:29:01.312" v="1272" actId="20577"/>
          <ac:spMkLst>
            <pc:docMk/>
            <pc:sldMk cId="2760884085" sldId="258"/>
            <ac:spMk id="4" creationId="{229E0D7C-E357-0EF1-F0B4-CA67C91263A4}"/>
          </ac:spMkLst>
        </pc:spChg>
        <pc:spChg chg="add mod">
          <ac:chgData name="Tancrède Wlodyka" userId="0dd7589c3062af3d" providerId="LiveId" clId="{288BECBF-1657-43FE-824C-FC5E008053BC}" dt="2024-12-06T08:56:34.754" v="1513"/>
          <ac:spMkLst>
            <pc:docMk/>
            <pc:sldMk cId="2760884085" sldId="258"/>
            <ac:spMk id="7" creationId="{A6BF8447-71EE-6689-F28D-4C55AC503CD7}"/>
          </ac:spMkLst>
        </pc:spChg>
        <pc:spChg chg="mod">
          <ac:chgData name="Tancrède Wlodyka" userId="0dd7589c3062af3d" providerId="LiveId" clId="{288BECBF-1657-43FE-824C-FC5E008053BC}" dt="2024-12-06T08:13:00.936" v="1019" actId="1035"/>
          <ac:spMkLst>
            <pc:docMk/>
            <pc:sldMk cId="2760884085" sldId="258"/>
            <ac:spMk id="8" creationId="{A5F92A16-E66A-3D6E-F374-DCE406D02424}"/>
          </ac:spMkLst>
        </pc:spChg>
        <pc:spChg chg="mod">
          <ac:chgData name="Tancrède Wlodyka" userId="0dd7589c3062af3d" providerId="LiveId" clId="{288BECBF-1657-43FE-824C-FC5E008053BC}" dt="2024-12-06T08:11:30.013" v="985" actId="1036"/>
          <ac:spMkLst>
            <pc:docMk/>
            <pc:sldMk cId="2760884085" sldId="258"/>
            <ac:spMk id="11" creationId="{89F86FCD-BD86-F040-E906-A6AA6FB93B41}"/>
          </ac:spMkLst>
        </pc:spChg>
        <pc:spChg chg="add mod">
          <ac:chgData name="Tancrède Wlodyka" userId="0dd7589c3062af3d" providerId="LiveId" clId="{288BECBF-1657-43FE-824C-FC5E008053BC}" dt="2024-12-06T08:56:34.754" v="1513"/>
          <ac:spMkLst>
            <pc:docMk/>
            <pc:sldMk cId="2760884085" sldId="258"/>
            <ac:spMk id="12" creationId="{BA70786D-7A32-C150-D88A-81C1A5E289A4}"/>
          </ac:spMkLst>
        </pc:spChg>
        <pc:spChg chg="del">
          <ac:chgData name="Tancrède Wlodyka" userId="0dd7589c3062af3d" providerId="LiveId" clId="{288BECBF-1657-43FE-824C-FC5E008053BC}" dt="2024-12-06T08:56:34.021" v="1512" actId="478"/>
          <ac:spMkLst>
            <pc:docMk/>
            <pc:sldMk cId="2760884085" sldId="258"/>
            <ac:spMk id="13" creationId="{C6E855F1-7DD8-1B02-BD58-2DA08098EBE5}"/>
          </ac:spMkLst>
        </pc:spChg>
        <pc:spChg chg="mod">
          <ac:chgData name="Tancrède Wlodyka" userId="0dd7589c3062af3d" providerId="LiveId" clId="{288BECBF-1657-43FE-824C-FC5E008053BC}" dt="2024-12-06T08:56:43.833" v="1515" actId="20577"/>
          <ac:spMkLst>
            <pc:docMk/>
            <pc:sldMk cId="2760884085" sldId="258"/>
            <ac:spMk id="14" creationId="{0F23B1FC-3C60-53A2-B693-5471FE639530}"/>
          </ac:spMkLst>
        </pc:spChg>
        <pc:spChg chg="del">
          <ac:chgData name="Tancrède Wlodyka" userId="0dd7589c3062af3d" providerId="LiveId" clId="{288BECBF-1657-43FE-824C-FC5E008053BC}" dt="2024-12-06T08:56:34.021" v="1512" actId="478"/>
          <ac:spMkLst>
            <pc:docMk/>
            <pc:sldMk cId="2760884085" sldId="258"/>
            <ac:spMk id="15" creationId="{2F4788CF-EA2B-3E7C-9F58-E257B269C5EA}"/>
          </ac:spMkLst>
        </pc:spChg>
        <pc:spChg chg="mod">
          <ac:chgData name="Tancrède Wlodyka" userId="0dd7589c3062af3d" providerId="LiveId" clId="{288BECBF-1657-43FE-824C-FC5E008053BC}" dt="2024-12-06T08:11:30.013" v="985" actId="1036"/>
          <ac:spMkLst>
            <pc:docMk/>
            <pc:sldMk cId="2760884085" sldId="258"/>
            <ac:spMk id="16" creationId="{948406DE-E72B-046C-61B8-2092AD5535FA}"/>
          </ac:spMkLst>
        </pc:spChg>
      </pc:sldChg>
      <pc:sldChg chg="delSp modSp del mod">
        <pc:chgData name="Tancrède Wlodyka" userId="0dd7589c3062af3d" providerId="LiveId" clId="{288BECBF-1657-43FE-824C-FC5E008053BC}" dt="2024-12-23T16:44:20.991" v="2056" actId="47"/>
        <pc:sldMkLst>
          <pc:docMk/>
          <pc:sldMk cId="4054404843" sldId="270"/>
        </pc:sldMkLst>
        <pc:spChg chg="del">
          <ac:chgData name="Tancrède Wlodyka" userId="0dd7589c3062af3d" providerId="LiveId" clId="{288BECBF-1657-43FE-824C-FC5E008053BC}" dt="2024-11-29T08:48:11.329" v="0" actId="478"/>
          <ac:spMkLst>
            <pc:docMk/>
            <pc:sldMk cId="4054404843" sldId="270"/>
            <ac:spMk id="14" creationId="{B6A86F0E-1D00-F242-570E-CCF685648B8E}"/>
          </ac:spMkLst>
        </pc:spChg>
        <pc:spChg chg="del">
          <ac:chgData name="Tancrède Wlodyka" userId="0dd7589c3062af3d" providerId="LiveId" clId="{288BECBF-1657-43FE-824C-FC5E008053BC}" dt="2024-11-29T08:48:11.329" v="0" actId="478"/>
          <ac:spMkLst>
            <pc:docMk/>
            <pc:sldMk cId="4054404843" sldId="270"/>
            <ac:spMk id="16" creationId="{B37C15E3-0556-DC87-B802-5DF06BE11082}"/>
          </ac:spMkLst>
        </pc:spChg>
        <pc:spChg chg="del">
          <ac:chgData name="Tancrède Wlodyka" userId="0dd7589c3062af3d" providerId="LiveId" clId="{288BECBF-1657-43FE-824C-FC5E008053BC}" dt="2024-11-29T08:48:11.329" v="0" actId="478"/>
          <ac:spMkLst>
            <pc:docMk/>
            <pc:sldMk cId="4054404843" sldId="270"/>
            <ac:spMk id="21" creationId="{D3196BCA-B7BC-5CC6-BCC2-36BE06466D1C}"/>
          </ac:spMkLst>
        </pc:spChg>
        <pc:spChg chg="del">
          <ac:chgData name="Tancrède Wlodyka" userId="0dd7589c3062af3d" providerId="LiveId" clId="{288BECBF-1657-43FE-824C-FC5E008053BC}" dt="2024-11-29T08:48:11.329" v="0" actId="478"/>
          <ac:spMkLst>
            <pc:docMk/>
            <pc:sldMk cId="4054404843" sldId="270"/>
            <ac:spMk id="22" creationId="{AB5514F5-41E0-DDDC-6438-C25513AFC005}"/>
          </ac:spMkLst>
        </pc:spChg>
        <pc:spChg chg="del">
          <ac:chgData name="Tancrède Wlodyka" userId="0dd7589c3062af3d" providerId="LiveId" clId="{288BECBF-1657-43FE-824C-FC5E008053BC}" dt="2024-11-29T08:48:11.329" v="0" actId="478"/>
          <ac:spMkLst>
            <pc:docMk/>
            <pc:sldMk cId="4054404843" sldId="270"/>
            <ac:spMk id="24" creationId="{1128E9C3-D81C-B5A0-8B04-8B31CA3CEC4C}"/>
          </ac:spMkLst>
        </pc:spChg>
        <pc:spChg chg="del">
          <ac:chgData name="Tancrède Wlodyka" userId="0dd7589c3062af3d" providerId="LiveId" clId="{288BECBF-1657-43FE-824C-FC5E008053BC}" dt="2024-11-29T08:48:11.329" v="0" actId="478"/>
          <ac:spMkLst>
            <pc:docMk/>
            <pc:sldMk cId="4054404843" sldId="270"/>
            <ac:spMk id="28" creationId="{253575F8-FBD2-220A-0DF8-7B5649CCFEE9}"/>
          </ac:spMkLst>
        </pc:spChg>
        <pc:spChg chg="del">
          <ac:chgData name="Tancrède Wlodyka" userId="0dd7589c3062af3d" providerId="LiveId" clId="{288BECBF-1657-43FE-824C-FC5E008053BC}" dt="2024-11-29T08:48:11.329" v="0" actId="478"/>
          <ac:spMkLst>
            <pc:docMk/>
            <pc:sldMk cId="4054404843" sldId="270"/>
            <ac:spMk id="29" creationId="{AB9F0A35-3BBB-056E-DF8A-54922ECF517C}"/>
          </ac:spMkLst>
        </pc:spChg>
        <pc:grpChg chg="del">
          <ac:chgData name="Tancrède Wlodyka" userId="0dd7589c3062af3d" providerId="LiveId" clId="{288BECBF-1657-43FE-824C-FC5E008053BC}" dt="2024-11-29T08:48:11.329" v="0" actId="478"/>
          <ac:grpSpMkLst>
            <pc:docMk/>
            <pc:sldMk cId="4054404843" sldId="270"/>
            <ac:grpSpMk id="13" creationId="{6F9E5429-4377-405E-8B3B-39179B4DEBFF}"/>
          </ac:grpSpMkLst>
        </pc:grpChg>
        <pc:cxnChg chg="del mod">
          <ac:chgData name="Tancrède Wlodyka" userId="0dd7589c3062af3d" providerId="LiveId" clId="{288BECBF-1657-43FE-824C-FC5E008053BC}" dt="2024-11-29T08:48:11.329" v="0" actId="478"/>
          <ac:cxnSpMkLst>
            <pc:docMk/>
            <pc:sldMk cId="4054404843" sldId="270"/>
            <ac:cxnSpMk id="34" creationId="{88DE1299-C00A-7DAD-6DDB-E05CC7868EAF}"/>
          </ac:cxnSpMkLst>
        </pc:cxnChg>
        <pc:cxnChg chg="del">
          <ac:chgData name="Tancrède Wlodyka" userId="0dd7589c3062af3d" providerId="LiveId" clId="{288BECBF-1657-43FE-824C-FC5E008053BC}" dt="2024-11-29T08:48:11.329" v="0" actId="478"/>
          <ac:cxnSpMkLst>
            <pc:docMk/>
            <pc:sldMk cId="4054404843" sldId="270"/>
            <ac:cxnSpMk id="38" creationId="{84538F05-7EB0-7A8B-ABFF-8512115DF1FC}"/>
          </ac:cxnSpMkLst>
        </pc:cxnChg>
        <pc:cxnChg chg="del mod">
          <ac:chgData name="Tancrède Wlodyka" userId="0dd7589c3062af3d" providerId="LiveId" clId="{288BECBF-1657-43FE-824C-FC5E008053BC}" dt="2024-11-29T08:48:11.329" v="0" actId="478"/>
          <ac:cxnSpMkLst>
            <pc:docMk/>
            <pc:sldMk cId="4054404843" sldId="270"/>
            <ac:cxnSpMk id="41" creationId="{EA781408-9DB7-82E4-859E-32D688DAF5EF}"/>
          </ac:cxnSpMkLst>
        </pc:cxnChg>
        <pc:cxnChg chg="del">
          <ac:chgData name="Tancrède Wlodyka" userId="0dd7589c3062af3d" providerId="LiveId" clId="{288BECBF-1657-43FE-824C-FC5E008053BC}" dt="2024-11-29T08:48:11.329" v="0" actId="478"/>
          <ac:cxnSpMkLst>
            <pc:docMk/>
            <pc:sldMk cId="4054404843" sldId="270"/>
            <ac:cxnSpMk id="44" creationId="{6DDEAEA9-EA72-BEFD-696A-44A150CD0F5C}"/>
          </ac:cxnSpMkLst>
        </pc:cxnChg>
      </pc:sldChg>
      <pc:sldChg chg="del">
        <pc:chgData name="Tancrède Wlodyka" userId="0dd7589c3062af3d" providerId="LiveId" clId="{288BECBF-1657-43FE-824C-FC5E008053BC}" dt="2024-12-23T16:43:27.335" v="2021" actId="47"/>
        <pc:sldMkLst>
          <pc:docMk/>
          <pc:sldMk cId="3624424832" sldId="277"/>
        </pc:sldMkLst>
      </pc:sldChg>
      <pc:sldChg chg="del">
        <pc:chgData name="Tancrède Wlodyka" userId="0dd7589c3062af3d" providerId="LiveId" clId="{288BECBF-1657-43FE-824C-FC5E008053BC}" dt="2024-12-23T16:43:46.027" v="2023" actId="47"/>
        <pc:sldMkLst>
          <pc:docMk/>
          <pc:sldMk cId="715712029" sldId="279"/>
        </pc:sldMkLst>
      </pc:sldChg>
      <pc:sldChg chg="del">
        <pc:chgData name="Tancrède Wlodyka" userId="0dd7589c3062af3d" providerId="LiveId" clId="{288BECBF-1657-43FE-824C-FC5E008053BC}" dt="2024-12-23T16:44:13.106" v="2037" actId="47"/>
        <pc:sldMkLst>
          <pc:docMk/>
          <pc:sldMk cId="1662786837" sldId="289"/>
        </pc:sldMkLst>
      </pc:sldChg>
      <pc:sldChg chg="del">
        <pc:chgData name="Tancrède Wlodyka" userId="0dd7589c3062af3d" providerId="LiveId" clId="{288BECBF-1657-43FE-824C-FC5E008053BC}" dt="2024-12-23T16:44:12.947" v="2036" actId="47"/>
        <pc:sldMkLst>
          <pc:docMk/>
          <pc:sldMk cId="3538649800" sldId="314"/>
        </pc:sldMkLst>
      </pc:sldChg>
      <pc:sldChg chg="del">
        <pc:chgData name="Tancrède Wlodyka" userId="0dd7589c3062af3d" providerId="LiveId" clId="{288BECBF-1657-43FE-824C-FC5E008053BC}" dt="2024-12-23T16:43:46.027" v="2023" actId="47"/>
        <pc:sldMkLst>
          <pc:docMk/>
          <pc:sldMk cId="3764303894" sldId="326"/>
        </pc:sldMkLst>
      </pc:sldChg>
      <pc:sldChg chg="del">
        <pc:chgData name="Tancrède Wlodyka" userId="0dd7589c3062af3d" providerId="LiveId" clId="{288BECBF-1657-43FE-824C-FC5E008053BC}" dt="2024-12-23T16:44:15.296" v="2050" actId="47"/>
        <pc:sldMkLst>
          <pc:docMk/>
          <pc:sldMk cId="655958151" sldId="329"/>
        </pc:sldMkLst>
      </pc:sldChg>
      <pc:sldChg chg="del ord">
        <pc:chgData name="Tancrède Wlodyka" userId="0dd7589c3062af3d" providerId="LiveId" clId="{288BECBF-1657-43FE-824C-FC5E008053BC}" dt="2024-12-23T16:43:36.905" v="2022" actId="47"/>
        <pc:sldMkLst>
          <pc:docMk/>
          <pc:sldMk cId="3080741180" sldId="336"/>
        </pc:sldMkLst>
      </pc:sldChg>
      <pc:sldChg chg="del">
        <pc:chgData name="Tancrède Wlodyka" userId="0dd7589c3062af3d" providerId="LiveId" clId="{288BECBF-1657-43FE-824C-FC5E008053BC}" dt="2024-12-23T16:43:36.905" v="2022" actId="47"/>
        <pc:sldMkLst>
          <pc:docMk/>
          <pc:sldMk cId="113596616" sldId="337"/>
        </pc:sldMkLst>
      </pc:sldChg>
      <pc:sldChg chg="del">
        <pc:chgData name="Tancrède Wlodyka" userId="0dd7589c3062af3d" providerId="LiveId" clId="{288BECBF-1657-43FE-824C-FC5E008053BC}" dt="2024-12-23T16:43:36.905" v="2022" actId="47"/>
        <pc:sldMkLst>
          <pc:docMk/>
          <pc:sldMk cId="1980450921" sldId="338"/>
        </pc:sldMkLst>
      </pc:sldChg>
      <pc:sldChg chg="del">
        <pc:chgData name="Tancrède Wlodyka" userId="0dd7589c3062af3d" providerId="LiveId" clId="{288BECBF-1657-43FE-824C-FC5E008053BC}" dt="2024-12-23T16:43:36.905" v="2022" actId="47"/>
        <pc:sldMkLst>
          <pc:docMk/>
          <pc:sldMk cId="2412094652" sldId="339"/>
        </pc:sldMkLst>
      </pc:sldChg>
      <pc:sldChg chg="del">
        <pc:chgData name="Tancrède Wlodyka" userId="0dd7589c3062af3d" providerId="LiveId" clId="{288BECBF-1657-43FE-824C-FC5E008053BC}" dt="2024-12-23T16:43:36.905" v="2022" actId="47"/>
        <pc:sldMkLst>
          <pc:docMk/>
          <pc:sldMk cId="4137639803" sldId="340"/>
        </pc:sldMkLst>
      </pc:sldChg>
      <pc:sldChg chg="del">
        <pc:chgData name="Tancrède Wlodyka" userId="0dd7589c3062af3d" providerId="LiveId" clId="{288BECBF-1657-43FE-824C-FC5E008053BC}" dt="2024-12-23T16:43:27.335" v="2021" actId="47"/>
        <pc:sldMkLst>
          <pc:docMk/>
          <pc:sldMk cId="3451064906" sldId="341"/>
        </pc:sldMkLst>
      </pc:sldChg>
      <pc:sldChg chg="del">
        <pc:chgData name="Tancrède Wlodyka" userId="0dd7589c3062af3d" providerId="LiveId" clId="{288BECBF-1657-43FE-824C-FC5E008053BC}" dt="2024-12-23T16:44:12.439" v="2033" actId="47"/>
        <pc:sldMkLst>
          <pc:docMk/>
          <pc:sldMk cId="935011726" sldId="345"/>
        </pc:sldMkLst>
      </pc:sldChg>
      <pc:sldChg chg="del">
        <pc:chgData name="Tancrède Wlodyka" userId="0dd7589c3062af3d" providerId="LiveId" clId="{288BECBF-1657-43FE-824C-FC5E008053BC}" dt="2024-12-23T16:44:12.619" v="2034" actId="47"/>
        <pc:sldMkLst>
          <pc:docMk/>
          <pc:sldMk cId="4154768323" sldId="347"/>
        </pc:sldMkLst>
      </pc:sldChg>
      <pc:sldChg chg="del">
        <pc:chgData name="Tancrède Wlodyka" userId="0dd7589c3062af3d" providerId="LiveId" clId="{288BECBF-1657-43FE-824C-FC5E008053BC}" dt="2024-12-23T16:43:36.905" v="2022" actId="47"/>
        <pc:sldMkLst>
          <pc:docMk/>
          <pc:sldMk cId="3854668846" sldId="349"/>
        </pc:sldMkLst>
      </pc:sldChg>
      <pc:sldChg chg="del">
        <pc:chgData name="Tancrède Wlodyka" userId="0dd7589c3062af3d" providerId="LiveId" clId="{288BECBF-1657-43FE-824C-FC5E008053BC}" dt="2024-12-23T16:43:59.768" v="2024" actId="47"/>
        <pc:sldMkLst>
          <pc:docMk/>
          <pc:sldMk cId="1098941674" sldId="355"/>
        </pc:sldMkLst>
      </pc:sldChg>
      <pc:sldChg chg="del">
        <pc:chgData name="Tancrède Wlodyka" userId="0dd7589c3062af3d" providerId="LiveId" clId="{288BECBF-1657-43FE-824C-FC5E008053BC}" dt="2024-12-23T16:43:59.768" v="2024" actId="47"/>
        <pc:sldMkLst>
          <pc:docMk/>
          <pc:sldMk cId="1824923476" sldId="359"/>
        </pc:sldMkLst>
      </pc:sldChg>
      <pc:sldChg chg="del">
        <pc:chgData name="Tancrède Wlodyka" userId="0dd7589c3062af3d" providerId="LiveId" clId="{288BECBF-1657-43FE-824C-FC5E008053BC}" dt="2024-12-23T16:43:46.027" v="2023" actId="47"/>
        <pc:sldMkLst>
          <pc:docMk/>
          <pc:sldMk cId="4028159445" sldId="360"/>
        </pc:sldMkLst>
      </pc:sldChg>
      <pc:sldChg chg="del">
        <pc:chgData name="Tancrède Wlodyka" userId="0dd7589c3062af3d" providerId="LiveId" clId="{288BECBF-1657-43FE-824C-FC5E008053BC}" dt="2024-12-23T16:43:46.027" v="2023" actId="47"/>
        <pc:sldMkLst>
          <pc:docMk/>
          <pc:sldMk cId="1962396324" sldId="361"/>
        </pc:sldMkLst>
      </pc:sldChg>
      <pc:sldChg chg="del">
        <pc:chgData name="Tancrède Wlodyka" userId="0dd7589c3062af3d" providerId="LiveId" clId="{288BECBF-1657-43FE-824C-FC5E008053BC}" dt="2024-12-23T16:43:46.027" v="2023" actId="47"/>
        <pc:sldMkLst>
          <pc:docMk/>
          <pc:sldMk cId="2765903425" sldId="363"/>
        </pc:sldMkLst>
      </pc:sldChg>
      <pc:sldChg chg="del">
        <pc:chgData name="Tancrède Wlodyka" userId="0dd7589c3062af3d" providerId="LiveId" clId="{288BECBF-1657-43FE-824C-FC5E008053BC}" dt="2024-12-23T16:43:46.027" v="2023" actId="47"/>
        <pc:sldMkLst>
          <pc:docMk/>
          <pc:sldMk cId="2382819377" sldId="364"/>
        </pc:sldMkLst>
      </pc:sldChg>
      <pc:sldChg chg="del">
        <pc:chgData name="Tancrède Wlodyka" userId="0dd7589c3062af3d" providerId="LiveId" clId="{288BECBF-1657-43FE-824C-FC5E008053BC}" dt="2024-12-23T16:44:11.956" v="2030" actId="47"/>
        <pc:sldMkLst>
          <pc:docMk/>
          <pc:sldMk cId="470127638" sldId="365"/>
        </pc:sldMkLst>
      </pc:sldChg>
      <pc:sldChg chg="del">
        <pc:chgData name="Tancrède Wlodyka" userId="0dd7589c3062af3d" providerId="LiveId" clId="{288BECBF-1657-43FE-824C-FC5E008053BC}" dt="2024-12-23T16:44:11.835" v="2029" actId="47"/>
        <pc:sldMkLst>
          <pc:docMk/>
          <pc:sldMk cId="1511326890" sldId="367"/>
        </pc:sldMkLst>
      </pc:sldChg>
      <pc:sldChg chg="del">
        <pc:chgData name="Tancrède Wlodyka" userId="0dd7589c3062af3d" providerId="LiveId" clId="{288BECBF-1657-43FE-824C-FC5E008053BC}" dt="2024-12-23T16:44:10.422" v="2025" actId="47"/>
        <pc:sldMkLst>
          <pc:docMk/>
          <pc:sldMk cId="1783222850" sldId="370"/>
        </pc:sldMkLst>
      </pc:sldChg>
      <pc:sldChg chg="del">
        <pc:chgData name="Tancrède Wlodyka" userId="0dd7589c3062af3d" providerId="LiveId" clId="{288BECBF-1657-43FE-824C-FC5E008053BC}" dt="2024-12-23T16:44:14.890" v="2048" actId="47"/>
        <pc:sldMkLst>
          <pc:docMk/>
          <pc:sldMk cId="2086226592" sldId="371"/>
        </pc:sldMkLst>
      </pc:sldChg>
      <pc:sldChg chg="del">
        <pc:chgData name="Tancrède Wlodyka" userId="0dd7589c3062af3d" providerId="LiveId" clId="{288BECBF-1657-43FE-824C-FC5E008053BC}" dt="2024-12-23T16:44:15.126" v="2049" actId="47"/>
        <pc:sldMkLst>
          <pc:docMk/>
          <pc:sldMk cId="2064701093" sldId="372"/>
        </pc:sldMkLst>
      </pc:sldChg>
      <pc:sldChg chg="del">
        <pc:chgData name="Tancrède Wlodyka" userId="0dd7589c3062af3d" providerId="LiveId" clId="{288BECBF-1657-43FE-824C-FC5E008053BC}" dt="2024-12-23T16:44:14.758" v="2047" actId="47"/>
        <pc:sldMkLst>
          <pc:docMk/>
          <pc:sldMk cId="1681350769" sldId="373"/>
        </pc:sldMkLst>
      </pc:sldChg>
      <pc:sldChg chg="del">
        <pc:chgData name="Tancrède Wlodyka" userId="0dd7589c3062af3d" providerId="LiveId" clId="{288BECBF-1657-43FE-824C-FC5E008053BC}" dt="2024-12-23T16:44:14.246" v="2044" actId="47"/>
        <pc:sldMkLst>
          <pc:docMk/>
          <pc:sldMk cId="2226106260" sldId="374"/>
        </pc:sldMkLst>
      </pc:sldChg>
      <pc:sldChg chg="del">
        <pc:chgData name="Tancrède Wlodyka" userId="0dd7589c3062af3d" providerId="LiveId" clId="{288BECBF-1657-43FE-824C-FC5E008053BC}" dt="2024-12-23T16:44:14.577" v="2046" actId="47"/>
        <pc:sldMkLst>
          <pc:docMk/>
          <pc:sldMk cId="1366304692" sldId="375"/>
        </pc:sldMkLst>
      </pc:sldChg>
      <pc:sldChg chg="del">
        <pc:chgData name="Tancrède Wlodyka" userId="0dd7589c3062af3d" providerId="LiveId" clId="{288BECBF-1657-43FE-824C-FC5E008053BC}" dt="2024-12-23T16:44:14.404" v="2045" actId="47"/>
        <pc:sldMkLst>
          <pc:docMk/>
          <pc:sldMk cId="1549610944" sldId="376"/>
        </pc:sldMkLst>
      </pc:sldChg>
      <pc:sldChg chg="del">
        <pc:chgData name="Tancrède Wlodyka" userId="0dd7589c3062af3d" providerId="LiveId" clId="{288BECBF-1657-43FE-824C-FC5E008053BC}" dt="2024-12-23T16:44:13.893" v="2042" actId="47"/>
        <pc:sldMkLst>
          <pc:docMk/>
          <pc:sldMk cId="4117459900" sldId="377"/>
        </pc:sldMkLst>
      </pc:sldChg>
      <pc:sldChg chg="del">
        <pc:chgData name="Tancrède Wlodyka" userId="0dd7589c3062af3d" providerId="LiveId" clId="{288BECBF-1657-43FE-824C-FC5E008053BC}" dt="2024-12-23T16:44:14.083" v="2043" actId="47"/>
        <pc:sldMkLst>
          <pc:docMk/>
          <pc:sldMk cId="3223584772" sldId="378"/>
        </pc:sldMkLst>
      </pc:sldChg>
      <pc:sldChg chg="del">
        <pc:chgData name="Tancrède Wlodyka" userId="0dd7589c3062af3d" providerId="LiveId" clId="{288BECBF-1657-43FE-824C-FC5E008053BC}" dt="2024-12-23T16:44:11.492" v="2027" actId="47"/>
        <pc:sldMkLst>
          <pc:docMk/>
          <pc:sldMk cId="34372991" sldId="379"/>
        </pc:sldMkLst>
      </pc:sldChg>
      <pc:sldChg chg="del">
        <pc:chgData name="Tancrède Wlodyka" userId="0dd7589c3062af3d" providerId="LiveId" clId="{288BECBF-1657-43FE-824C-FC5E008053BC}" dt="2024-12-23T16:44:13.767" v="2041" actId="47"/>
        <pc:sldMkLst>
          <pc:docMk/>
          <pc:sldMk cId="2914814776" sldId="380"/>
        </pc:sldMkLst>
      </pc:sldChg>
      <pc:sldChg chg="del">
        <pc:chgData name="Tancrède Wlodyka" userId="0dd7589c3062af3d" providerId="LiveId" clId="{288BECBF-1657-43FE-824C-FC5E008053BC}" dt="2024-12-23T16:44:11.343" v="2026" actId="47"/>
        <pc:sldMkLst>
          <pc:docMk/>
          <pc:sldMk cId="3635736934" sldId="381"/>
        </pc:sldMkLst>
      </pc:sldChg>
      <pc:sldChg chg="del">
        <pc:chgData name="Tancrède Wlodyka" userId="0dd7589c3062af3d" providerId="LiveId" clId="{288BECBF-1657-43FE-824C-FC5E008053BC}" dt="2024-12-23T16:44:13.436" v="2039" actId="47"/>
        <pc:sldMkLst>
          <pc:docMk/>
          <pc:sldMk cId="4178966679" sldId="382"/>
        </pc:sldMkLst>
      </pc:sldChg>
      <pc:sldChg chg="del">
        <pc:chgData name="Tancrède Wlodyka" userId="0dd7589c3062af3d" providerId="LiveId" clId="{288BECBF-1657-43FE-824C-FC5E008053BC}" dt="2024-12-23T16:43:27.335" v="2021" actId="47"/>
        <pc:sldMkLst>
          <pc:docMk/>
          <pc:sldMk cId="1972672516" sldId="384"/>
        </pc:sldMkLst>
      </pc:sldChg>
      <pc:sldChg chg="del">
        <pc:chgData name="Tancrède Wlodyka" userId="0dd7589c3062af3d" providerId="LiveId" clId="{288BECBF-1657-43FE-824C-FC5E008053BC}" dt="2024-12-23T16:43:46.027" v="2023" actId="47"/>
        <pc:sldMkLst>
          <pc:docMk/>
          <pc:sldMk cId="558100007" sldId="387"/>
        </pc:sldMkLst>
      </pc:sldChg>
      <pc:sldChg chg="del">
        <pc:chgData name="Tancrède Wlodyka" userId="0dd7589c3062af3d" providerId="LiveId" clId="{288BECBF-1657-43FE-824C-FC5E008053BC}" dt="2024-12-23T16:44:12.137" v="2031" actId="47"/>
        <pc:sldMkLst>
          <pc:docMk/>
          <pc:sldMk cId="3783076009" sldId="388"/>
        </pc:sldMkLst>
      </pc:sldChg>
      <pc:sldChg chg="del">
        <pc:chgData name="Tancrède Wlodyka" userId="0dd7589c3062af3d" providerId="LiveId" clId="{288BECBF-1657-43FE-824C-FC5E008053BC}" dt="2024-12-23T16:43:27.335" v="2021" actId="47"/>
        <pc:sldMkLst>
          <pc:docMk/>
          <pc:sldMk cId="3409919182" sldId="389"/>
        </pc:sldMkLst>
      </pc:sldChg>
      <pc:sldChg chg="del">
        <pc:chgData name="Tancrède Wlodyka" userId="0dd7589c3062af3d" providerId="LiveId" clId="{288BECBF-1657-43FE-824C-FC5E008053BC}" dt="2024-12-23T16:44:12.794" v="2035" actId="47"/>
        <pc:sldMkLst>
          <pc:docMk/>
          <pc:sldMk cId="4002302051" sldId="390"/>
        </pc:sldMkLst>
      </pc:sldChg>
      <pc:sldChg chg="del">
        <pc:chgData name="Tancrède Wlodyka" userId="0dd7589c3062af3d" providerId="LiveId" clId="{288BECBF-1657-43FE-824C-FC5E008053BC}" dt="2024-12-23T16:44:11.665" v="2028" actId="47"/>
        <pc:sldMkLst>
          <pc:docMk/>
          <pc:sldMk cId="3430888546" sldId="391"/>
        </pc:sldMkLst>
      </pc:sldChg>
      <pc:sldChg chg="del">
        <pc:chgData name="Tancrède Wlodyka" userId="0dd7589c3062af3d" providerId="LiveId" clId="{288BECBF-1657-43FE-824C-FC5E008053BC}" dt="2024-12-23T16:44:16.626" v="2053" actId="47"/>
        <pc:sldMkLst>
          <pc:docMk/>
          <pc:sldMk cId="1529277924" sldId="392"/>
        </pc:sldMkLst>
      </pc:sldChg>
      <pc:sldChg chg="del">
        <pc:chgData name="Tancrède Wlodyka" userId="0dd7589c3062af3d" providerId="LiveId" clId="{288BECBF-1657-43FE-824C-FC5E008053BC}" dt="2024-12-23T16:44:17.406" v="2055" actId="47"/>
        <pc:sldMkLst>
          <pc:docMk/>
          <pc:sldMk cId="967566106" sldId="393"/>
        </pc:sldMkLst>
      </pc:sldChg>
      <pc:sldChg chg="del">
        <pc:chgData name="Tancrède Wlodyka" userId="0dd7589c3062af3d" providerId="LiveId" clId="{288BECBF-1657-43FE-824C-FC5E008053BC}" dt="2024-12-23T16:44:16.924" v="2054" actId="47"/>
        <pc:sldMkLst>
          <pc:docMk/>
          <pc:sldMk cId="3436817213" sldId="395"/>
        </pc:sldMkLst>
      </pc:sldChg>
      <pc:sldChg chg="del">
        <pc:chgData name="Tancrède Wlodyka" userId="0dd7589c3062af3d" providerId="LiveId" clId="{288BECBF-1657-43FE-824C-FC5E008053BC}" dt="2024-12-23T16:43:59.768" v="2024" actId="47"/>
        <pc:sldMkLst>
          <pc:docMk/>
          <pc:sldMk cId="1210638202" sldId="396"/>
        </pc:sldMkLst>
      </pc:sldChg>
      <pc:sldChg chg="del">
        <pc:chgData name="Tancrède Wlodyka" userId="0dd7589c3062af3d" providerId="LiveId" clId="{288BECBF-1657-43FE-824C-FC5E008053BC}" dt="2024-12-23T16:44:13.592" v="2040" actId="47"/>
        <pc:sldMkLst>
          <pc:docMk/>
          <pc:sldMk cId="2252639107" sldId="398"/>
        </pc:sldMkLst>
      </pc:sldChg>
      <pc:sldChg chg="del">
        <pc:chgData name="Tancrède Wlodyka" userId="0dd7589c3062af3d" providerId="LiveId" clId="{288BECBF-1657-43FE-824C-FC5E008053BC}" dt="2024-12-23T16:44:13.258" v="2038" actId="47"/>
        <pc:sldMkLst>
          <pc:docMk/>
          <pc:sldMk cId="1069162845" sldId="401"/>
        </pc:sldMkLst>
      </pc:sldChg>
      <pc:sldChg chg="del">
        <pc:chgData name="Tancrède Wlodyka" userId="0dd7589c3062af3d" providerId="LiveId" clId="{288BECBF-1657-43FE-824C-FC5E008053BC}" dt="2024-12-23T16:44:12.293" v="2032" actId="47"/>
        <pc:sldMkLst>
          <pc:docMk/>
          <pc:sldMk cId="3002543464" sldId="402"/>
        </pc:sldMkLst>
      </pc:sldChg>
      <pc:sldChg chg="del">
        <pc:chgData name="Tancrède Wlodyka" userId="0dd7589c3062af3d" providerId="LiveId" clId="{288BECBF-1657-43FE-824C-FC5E008053BC}" dt="2024-12-23T16:43:59.768" v="2024" actId="47"/>
        <pc:sldMkLst>
          <pc:docMk/>
          <pc:sldMk cId="2016261897" sldId="403"/>
        </pc:sldMkLst>
      </pc:sldChg>
      <pc:sldChg chg="del">
        <pc:chgData name="Tancrède Wlodyka" userId="0dd7589c3062af3d" providerId="LiveId" clId="{288BECBF-1657-43FE-824C-FC5E008053BC}" dt="2024-12-23T16:43:59.768" v="2024" actId="47"/>
        <pc:sldMkLst>
          <pc:docMk/>
          <pc:sldMk cId="2282344897" sldId="408"/>
        </pc:sldMkLst>
      </pc:sldChg>
      <pc:sldChg chg="del">
        <pc:chgData name="Tancrède Wlodyka" userId="0dd7589c3062af3d" providerId="LiveId" clId="{288BECBF-1657-43FE-824C-FC5E008053BC}" dt="2024-12-23T16:43:27.335" v="2021" actId="47"/>
        <pc:sldMkLst>
          <pc:docMk/>
          <pc:sldMk cId="2485006460" sldId="409"/>
        </pc:sldMkLst>
      </pc:sldChg>
      <pc:sldChg chg="del">
        <pc:chgData name="Tancrède Wlodyka" userId="0dd7589c3062af3d" providerId="LiveId" clId="{288BECBF-1657-43FE-824C-FC5E008053BC}" dt="2024-12-23T16:43:59.768" v="2024" actId="47"/>
        <pc:sldMkLst>
          <pc:docMk/>
          <pc:sldMk cId="5569969" sldId="410"/>
        </pc:sldMkLst>
      </pc:sldChg>
      <pc:sldChg chg="del">
        <pc:chgData name="Tancrède Wlodyka" userId="0dd7589c3062af3d" providerId="LiveId" clId="{288BECBF-1657-43FE-824C-FC5E008053BC}" dt="2024-12-23T16:44:15.406" v="2051" actId="47"/>
        <pc:sldMkLst>
          <pc:docMk/>
          <pc:sldMk cId="491735133" sldId="413"/>
        </pc:sldMkLst>
      </pc:sldChg>
      <pc:sldChg chg="del">
        <pc:chgData name="Tancrède Wlodyka" userId="0dd7589c3062af3d" providerId="LiveId" clId="{288BECBF-1657-43FE-824C-FC5E008053BC}" dt="2024-12-23T16:44:16.315" v="2052" actId="47"/>
        <pc:sldMkLst>
          <pc:docMk/>
          <pc:sldMk cId="705808959" sldId="414"/>
        </pc:sldMkLst>
      </pc:sldChg>
      <pc:sldChg chg="del">
        <pc:chgData name="Tancrède Wlodyka" userId="0dd7589c3062af3d" providerId="LiveId" clId="{288BECBF-1657-43FE-824C-FC5E008053BC}" dt="2024-12-23T16:43:59.768" v="2024" actId="47"/>
        <pc:sldMkLst>
          <pc:docMk/>
          <pc:sldMk cId="3302118758" sldId="415"/>
        </pc:sldMkLst>
      </pc:sldChg>
      <pc:sldChg chg="addSp delSp modSp add mod">
        <pc:chgData name="Tancrède Wlodyka" userId="0dd7589c3062af3d" providerId="LiveId" clId="{288BECBF-1657-43FE-824C-FC5E008053BC}" dt="2024-12-13T08:02:42.711" v="2018" actId="1036"/>
        <pc:sldMkLst>
          <pc:docMk/>
          <pc:sldMk cId="1151715458" sldId="416"/>
        </pc:sldMkLst>
        <pc:spChg chg="mod">
          <ac:chgData name="Tancrède Wlodyka" userId="0dd7589c3062af3d" providerId="LiveId" clId="{288BECBF-1657-43FE-824C-FC5E008053BC}" dt="2024-12-06T09:00:12.041" v="1592" actId="14100"/>
          <ac:spMkLst>
            <pc:docMk/>
            <pc:sldMk cId="1151715458" sldId="416"/>
            <ac:spMk id="3" creationId="{36B76F05-7296-D93A-D4FB-50154A29F457}"/>
          </ac:spMkLst>
        </pc:spChg>
        <pc:spChg chg="mod">
          <ac:chgData name="Tancrède Wlodyka" userId="0dd7589c3062af3d" providerId="LiveId" clId="{288BECBF-1657-43FE-824C-FC5E008053BC}" dt="2024-12-06T08:57:45.281" v="1517" actId="207"/>
          <ac:spMkLst>
            <pc:docMk/>
            <pc:sldMk cId="1151715458" sldId="416"/>
            <ac:spMk id="4" creationId="{8C5B6571-F32D-5865-DF64-3154A73DA45D}"/>
          </ac:spMkLst>
        </pc:spChg>
        <pc:spChg chg="add mod">
          <ac:chgData name="Tancrède Wlodyka" userId="0dd7589c3062af3d" providerId="LiveId" clId="{288BECBF-1657-43FE-824C-FC5E008053BC}" dt="2024-12-13T07:09:29.605" v="1625" actId="1076"/>
          <ac:spMkLst>
            <pc:docMk/>
            <pc:sldMk cId="1151715458" sldId="416"/>
            <ac:spMk id="8" creationId="{4F96EAC6-496F-A48F-C678-40FA36684971}"/>
          </ac:spMkLst>
        </pc:spChg>
        <pc:spChg chg="del">
          <ac:chgData name="Tancrède Wlodyka" userId="0dd7589c3062af3d" providerId="LiveId" clId="{288BECBF-1657-43FE-824C-FC5E008053BC}" dt="2024-12-06T09:00:16" v="1593" actId="478"/>
          <ac:spMkLst>
            <pc:docMk/>
            <pc:sldMk cId="1151715458" sldId="416"/>
            <ac:spMk id="8" creationId="{F023D09F-FCEF-C74F-2E74-6D72EE6072B3}"/>
          </ac:spMkLst>
        </pc:spChg>
        <pc:spChg chg="del">
          <ac:chgData name="Tancrède Wlodyka" userId="0dd7589c3062af3d" providerId="LiveId" clId="{288BECBF-1657-43FE-824C-FC5E008053BC}" dt="2024-12-06T08:58:15.043" v="1575" actId="478"/>
          <ac:spMkLst>
            <pc:docMk/>
            <pc:sldMk cId="1151715458" sldId="416"/>
            <ac:spMk id="11" creationId="{E5AC7056-A37E-B397-5801-F49B96AFB48B}"/>
          </ac:spMkLst>
        </pc:spChg>
        <pc:spChg chg="add mod">
          <ac:chgData name="Tancrède Wlodyka" userId="0dd7589c3062af3d" providerId="LiveId" clId="{288BECBF-1657-43FE-824C-FC5E008053BC}" dt="2024-12-13T07:09:19.686" v="1623" actId="571"/>
          <ac:spMkLst>
            <pc:docMk/>
            <pc:sldMk cId="1151715458" sldId="416"/>
            <ac:spMk id="13" creationId="{A122B8F4-2CEE-61B0-0CD0-AF869DF77E9E}"/>
          </ac:spMkLst>
        </pc:spChg>
        <pc:spChg chg="add">
          <ac:chgData name="Tancrède Wlodyka" userId="0dd7589c3062af3d" providerId="LiveId" clId="{288BECBF-1657-43FE-824C-FC5E008053BC}" dt="2024-12-06T09:05:34.878" v="1595"/>
          <ac:spMkLst>
            <pc:docMk/>
            <pc:sldMk cId="1151715458" sldId="416"/>
            <ac:spMk id="13" creationId="{BA8CE68A-B309-421C-7AA6-7D2EE08E6054}"/>
          </ac:spMkLst>
        </pc:spChg>
        <pc:spChg chg="del">
          <ac:chgData name="Tancrède Wlodyka" userId="0dd7589c3062af3d" providerId="LiveId" clId="{288BECBF-1657-43FE-824C-FC5E008053BC}" dt="2024-12-06T09:00:17.597" v="1594" actId="478"/>
          <ac:spMkLst>
            <pc:docMk/>
            <pc:sldMk cId="1151715458" sldId="416"/>
            <ac:spMk id="14" creationId="{F5231F15-5717-4072-3E2C-E85872899132}"/>
          </ac:spMkLst>
        </pc:spChg>
        <pc:spChg chg="add del">
          <ac:chgData name="Tancrède Wlodyka" userId="0dd7589c3062af3d" providerId="LiveId" clId="{288BECBF-1657-43FE-824C-FC5E008053BC}" dt="2024-12-06T09:05:44.404" v="1597" actId="478"/>
          <ac:spMkLst>
            <pc:docMk/>
            <pc:sldMk cId="1151715458" sldId="416"/>
            <ac:spMk id="15" creationId="{BA7AE325-59A1-59EF-15B2-A3359FFDFFA0}"/>
          </ac:spMkLst>
        </pc:spChg>
        <pc:spChg chg="del">
          <ac:chgData name="Tancrède Wlodyka" userId="0dd7589c3062af3d" providerId="LiveId" clId="{288BECBF-1657-43FE-824C-FC5E008053BC}" dt="2024-12-06T08:58:16.310" v="1576" actId="478"/>
          <ac:spMkLst>
            <pc:docMk/>
            <pc:sldMk cId="1151715458" sldId="416"/>
            <ac:spMk id="16" creationId="{7298CBB6-516C-01AF-DD9E-293161E4ADA2}"/>
          </ac:spMkLst>
        </pc:spChg>
        <pc:spChg chg="add mod">
          <ac:chgData name="Tancrède Wlodyka" userId="0dd7589c3062af3d" providerId="LiveId" clId="{288BECBF-1657-43FE-824C-FC5E008053BC}" dt="2024-12-06T09:06:10.725" v="1599" actId="1076"/>
          <ac:spMkLst>
            <pc:docMk/>
            <pc:sldMk cId="1151715458" sldId="416"/>
            <ac:spMk id="17" creationId="{E5C43044-6002-0450-ACCF-043C82E656B6}"/>
          </ac:spMkLst>
        </pc:spChg>
        <pc:spChg chg="add mod">
          <ac:chgData name="Tancrède Wlodyka" userId="0dd7589c3062af3d" providerId="LiveId" clId="{288BECBF-1657-43FE-824C-FC5E008053BC}" dt="2024-12-13T07:15:06.423" v="1630" actId="571"/>
          <ac:spMkLst>
            <pc:docMk/>
            <pc:sldMk cId="1151715458" sldId="416"/>
            <ac:spMk id="18" creationId="{CD7D15C6-1154-96C5-366A-CF8BA5D7EF02}"/>
          </ac:spMkLst>
        </pc:spChg>
        <pc:spChg chg="add del">
          <ac:chgData name="Tancrède Wlodyka" userId="0dd7589c3062af3d" providerId="LiveId" clId="{288BECBF-1657-43FE-824C-FC5E008053BC}" dt="2024-12-06T10:37:07.433" v="1607" actId="478"/>
          <ac:spMkLst>
            <pc:docMk/>
            <pc:sldMk cId="1151715458" sldId="416"/>
            <ac:spMk id="20" creationId="{880D84E1-8D37-BD27-5D68-580ED3C4725D}"/>
          </ac:spMkLst>
        </pc:spChg>
        <pc:spChg chg="add mod">
          <ac:chgData name="Tancrède Wlodyka" userId="0dd7589c3062af3d" providerId="LiveId" clId="{288BECBF-1657-43FE-824C-FC5E008053BC}" dt="2024-12-13T08:02:42.711" v="2018" actId="1036"/>
          <ac:spMkLst>
            <pc:docMk/>
            <pc:sldMk cId="1151715458" sldId="416"/>
            <ac:spMk id="21" creationId="{55FFDFF4-BEBA-433D-33B4-1A08E06E4ADB}"/>
          </ac:spMkLst>
        </pc:spChg>
        <pc:picChg chg="add mod">
          <ac:chgData name="Tancrède Wlodyka" userId="0dd7589c3062af3d" providerId="LiveId" clId="{288BECBF-1657-43FE-824C-FC5E008053BC}" dt="2024-12-06T09:07:21.425" v="1605" actId="14100"/>
          <ac:picMkLst>
            <pc:docMk/>
            <pc:sldMk cId="1151715458" sldId="416"/>
            <ac:picMk id="19" creationId="{83629946-01E2-C36E-A09F-4FD7D26A5DAA}"/>
          </ac:picMkLst>
        </pc:picChg>
        <pc:picChg chg="add mod">
          <ac:chgData name="Tancrède Wlodyka" userId="0dd7589c3062af3d" providerId="LiveId" clId="{288BECBF-1657-43FE-824C-FC5E008053BC}" dt="2024-12-06T10:38:36.761" v="1612" actId="1076"/>
          <ac:picMkLst>
            <pc:docMk/>
            <pc:sldMk cId="1151715458" sldId="416"/>
            <ac:picMk id="22" creationId="{24FB960B-FFA3-FA97-21D7-721D1274EE50}"/>
          </ac:picMkLst>
        </pc:picChg>
        <pc:cxnChg chg="add mod">
          <ac:chgData name="Tancrède Wlodyka" userId="0dd7589c3062af3d" providerId="LiveId" clId="{288BECBF-1657-43FE-824C-FC5E008053BC}" dt="2024-12-13T07:09:46.427" v="1627" actId="14100"/>
          <ac:cxnSpMkLst>
            <pc:docMk/>
            <pc:sldMk cId="1151715458" sldId="416"/>
            <ac:cxnSpMk id="11" creationId="{91CD2756-1847-8491-1270-D7DD55DB8845}"/>
          </ac:cxnSpMkLst>
        </pc:cxnChg>
        <pc:cxnChg chg="add mod">
          <ac:chgData name="Tancrède Wlodyka" userId="0dd7589c3062af3d" providerId="LiveId" clId="{288BECBF-1657-43FE-824C-FC5E008053BC}" dt="2024-12-13T07:12:04.862" v="1629" actId="14100"/>
          <ac:cxnSpMkLst>
            <pc:docMk/>
            <pc:sldMk cId="1151715458" sldId="416"/>
            <ac:cxnSpMk id="15" creationId="{E15BEED5-B2DB-9913-7ED8-B9DA86F807A8}"/>
          </ac:cxnSpMkLst>
        </pc:cxnChg>
        <pc:cxnChg chg="add mod">
          <ac:chgData name="Tancrède Wlodyka" userId="0dd7589c3062af3d" providerId="LiveId" clId="{288BECBF-1657-43FE-824C-FC5E008053BC}" dt="2024-12-13T07:15:11.400" v="1631" actId="571"/>
          <ac:cxnSpMkLst>
            <pc:docMk/>
            <pc:sldMk cId="1151715458" sldId="416"/>
            <ac:cxnSpMk id="20" creationId="{B623F359-5CEB-844E-063D-F1EB30CEC7CC}"/>
          </ac:cxnSpMkLst>
        </pc:cxnChg>
      </pc:sldChg>
      <pc:sldChg chg="add">
        <pc:chgData name="Tancrède Wlodyka" userId="0dd7589c3062af3d" providerId="LiveId" clId="{288BECBF-1657-43FE-824C-FC5E008053BC}" dt="2024-12-13T07:33:18.848" v="1632"/>
        <pc:sldMkLst>
          <pc:docMk/>
          <pc:sldMk cId="2484216899" sldId="41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9406E674-3D50-3C13-36BE-86A717DA42A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FC59FB0-1145-F83C-0620-5A0C1BB838B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4CC4EE-BF2A-4D29-8917-F62D5D2CA942}" type="datetimeFigureOut">
              <a:rPr lang="fr-FR" smtClean="0"/>
              <a:t>04/06/2025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2C33AA9-1612-3289-9DFD-918FE6CAF1C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DCAB6DD-6553-5367-7794-346EEB7F74C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4DD838-CAA4-4C85-9782-8780519629B0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7989729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BC3989-E427-4A46-A823-AD28D988B27B}" type="datetimeFigureOut">
              <a:rPr lang="fr-FR" smtClean="0"/>
              <a:t>04/06/2025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2D8F24-C749-4E7B-9E39-3F6BEADC7CAD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3783456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D8F24-C749-4E7B-9E39-3F6BEADC7CAD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91648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74C13-138A-4EA2-9ABC-0D6038C680FE}" type="datetimeFigureOut">
              <a:rPr lang="fr-FR" smtClean="0"/>
              <a:t>04/06/2025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EF7A-9F1B-414B-AAED-74BACDEF8DD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82080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74C13-138A-4EA2-9ABC-0D6038C680FE}" type="datetimeFigureOut">
              <a:rPr lang="fr-FR" smtClean="0"/>
              <a:t>04/06/2025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EF7A-9F1B-414B-AAED-74BACDEF8DD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28552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74C13-138A-4EA2-9ABC-0D6038C680FE}" type="datetimeFigureOut">
              <a:rPr lang="fr-FR" smtClean="0"/>
              <a:t>04/06/2025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EF7A-9F1B-414B-AAED-74BACDEF8DD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2918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74C13-138A-4EA2-9ABC-0D6038C680FE}" type="datetimeFigureOut">
              <a:rPr lang="fr-FR" smtClean="0"/>
              <a:t>04/06/2025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EF7A-9F1B-414B-AAED-74BACDEF8DD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20510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74C13-138A-4EA2-9ABC-0D6038C680FE}" type="datetimeFigureOut">
              <a:rPr lang="fr-FR" smtClean="0"/>
              <a:t>04/06/2025</a:t>
            </a:fld>
            <a:endParaRPr lang="fr-F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EF7A-9F1B-414B-AAED-74BACDEF8DD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29336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74C13-138A-4EA2-9ABC-0D6038C680FE}" type="datetimeFigureOut">
              <a:rPr lang="fr-FR" smtClean="0"/>
              <a:t>04/06/2025</a:t>
            </a:fld>
            <a:endParaRPr lang="fr-F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EF7A-9F1B-414B-AAED-74BACDEF8DD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951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74C13-138A-4EA2-9ABC-0D6038C680FE}" type="datetimeFigureOut">
              <a:rPr lang="fr-FR" smtClean="0"/>
              <a:t>04/06/2025</a:t>
            </a:fld>
            <a:endParaRPr lang="fr-F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EF7A-9F1B-414B-AAED-74BACDEF8DD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83839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74C13-138A-4EA2-9ABC-0D6038C680FE}" type="datetimeFigureOut">
              <a:rPr lang="fr-FR" smtClean="0"/>
              <a:t>04/06/2025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EF7A-9F1B-414B-AAED-74BACDEF8DD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54504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dirty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74C13-138A-4EA2-9ABC-0D6038C680FE}" type="datetimeFigureOut">
              <a:rPr lang="fr-FR" smtClean="0"/>
              <a:t>04/06/2025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EF7A-9F1B-414B-AAED-74BACDEF8DD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6604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74C13-138A-4EA2-9ABC-0D6038C680FE}" type="datetimeFigureOut">
              <a:rPr lang="fr-FR" smtClean="0"/>
              <a:t>04/06/2025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EF7A-9F1B-414B-AAED-74BACDEF8DD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29361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74C13-138A-4EA2-9ABC-0D6038C680FE}" type="datetimeFigureOut">
              <a:rPr lang="fr-FR" smtClean="0"/>
              <a:t>04/06/2025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EF7A-9F1B-414B-AAED-74BACDEF8DD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88522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74C13-138A-4EA2-9ABC-0D6038C680FE}" type="datetimeFigureOut">
              <a:rPr lang="fr-FR" smtClean="0"/>
              <a:t>04/06/2025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C6EF7A-9F1B-414B-AAED-74BACDEF8DD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53799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46A98F5-D5EB-BC7F-E07D-123854CCCF18}"/>
              </a:ext>
            </a:extLst>
          </p:cNvPr>
          <p:cNvSpPr/>
          <p:nvPr/>
        </p:nvSpPr>
        <p:spPr>
          <a:xfrm>
            <a:off x="0" y="0"/>
            <a:ext cx="4572000" cy="9360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CC781B-F9C3-ADEA-32FE-33EE9276C6CB}"/>
              </a:ext>
            </a:extLst>
          </p:cNvPr>
          <p:cNvSpPr/>
          <p:nvPr/>
        </p:nvSpPr>
        <p:spPr>
          <a:xfrm>
            <a:off x="4572000" y="0"/>
            <a:ext cx="4572000" cy="936000"/>
          </a:xfrm>
          <a:prstGeom prst="rect">
            <a:avLst/>
          </a:prstGeom>
          <a:solidFill>
            <a:srgbClr val="3333B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2AB042-CE00-6861-196D-A1B20304593A}"/>
              </a:ext>
            </a:extLst>
          </p:cNvPr>
          <p:cNvSpPr/>
          <p:nvPr/>
        </p:nvSpPr>
        <p:spPr>
          <a:xfrm>
            <a:off x="0" y="6570000"/>
            <a:ext cx="4572000" cy="2880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ED4983-86E5-CC67-C58F-4F241ACE2096}"/>
              </a:ext>
            </a:extLst>
          </p:cNvPr>
          <p:cNvSpPr/>
          <p:nvPr/>
        </p:nvSpPr>
        <p:spPr>
          <a:xfrm>
            <a:off x="4572000" y="6570000"/>
            <a:ext cx="4572000" cy="288000"/>
          </a:xfrm>
          <a:prstGeom prst="rect">
            <a:avLst/>
          </a:prstGeom>
          <a:solidFill>
            <a:srgbClr val="3333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03B04D4B-46A7-5B54-0181-0BE873330B3E}"/>
              </a:ext>
            </a:extLst>
          </p:cNvPr>
          <p:cNvGrpSpPr/>
          <p:nvPr/>
        </p:nvGrpSpPr>
        <p:grpSpPr>
          <a:xfrm>
            <a:off x="1670596" y="1377226"/>
            <a:ext cx="5802809" cy="773034"/>
            <a:chOff x="1922073" y="1392630"/>
            <a:chExt cx="6131879" cy="773034"/>
          </a:xfrm>
        </p:grpSpPr>
        <p:sp>
          <p:nvSpPr>
            <p:cNvPr id="13" name="Rectangle : coins arrondis 12">
              <a:extLst>
                <a:ext uri="{FF2B5EF4-FFF2-40B4-BE49-F238E27FC236}">
                  <a16:creationId xmlns:a16="http://schemas.microsoft.com/office/drawing/2014/main" id="{A1332152-7DEF-96C9-B26F-5E72E9569CDF}"/>
                </a:ext>
              </a:extLst>
            </p:cNvPr>
            <p:cNvSpPr/>
            <p:nvPr/>
          </p:nvSpPr>
          <p:spPr>
            <a:xfrm>
              <a:off x="1922073" y="1392630"/>
              <a:ext cx="6131879" cy="773034"/>
            </a:xfrm>
            <a:prstGeom prst="roundRect">
              <a:avLst>
                <a:gd name="adj" fmla="val 16667"/>
              </a:avLst>
            </a:prstGeom>
            <a:solidFill>
              <a:srgbClr val="3333B2"/>
            </a:solidFill>
            <a:ln w="1905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F4868B6B-54D5-6E79-17B1-232EDC6E7579}"/>
                </a:ext>
              </a:extLst>
            </p:cNvPr>
            <p:cNvSpPr txBox="1"/>
            <p:nvPr/>
          </p:nvSpPr>
          <p:spPr>
            <a:xfrm>
              <a:off x="1922073" y="1503253"/>
              <a:ext cx="6131879" cy="523220"/>
            </a:xfrm>
            <a:prstGeom prst="rect">
              <a:avLst/>
            </a:prstGeom>
            <a:solidFill>
              <a:srgbClr val="3333B2"/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fr-FR" sz="2800" b="1" u="sng" dirty="0">
                  <a:solidFill>
                    <a:schemeClr val="bg1"/>
                  </a:solidFill>
                </a:rPr>
                <a:t>Projet CoBRA : Cinématique de vol</a:t>
              </a:r>
            </a:p>
          </p:txBody>
        </p:sp>
      </p:grpSp>
      <p:sp>
        <p:nvSpPr>
          <p:cNvPr id="15" name="ZoneTexte 14">
            <a:extLst>
              <a:ext uri="{FF2B5EF4-FFF2-40B4-BE49-F238E27FC236}">
                <a16:creationId xmlns:a16="http://schemas.microsoft.com/office/drawing/2014/main" id="{57C6C440-6753-B98A-5F07-1864D154FD3E}"/>
              </a:ext>
            </a:extLst>
          </p:cNvPr>
          <p:cNvSpPr txBox="1"/>
          <p:nvPr/>
        </p:nvSpPr>
        <p:spPr>
          <a:xfrm>
            <a:off x="4908428" y="6569338"/>
            <a:ext cx="39250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solidFill>
                  <a:schemeClr val="bg1"/>
                </a:solidFill>
              </a:rPr>
              <a:t>Projet CoBRA : Cinématique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9E22D63A-79EE-46C1-4E98-CB5445E07ED2}"/>
              </a:ext>
            </a:extLst>
          </p:cNvPr>
          <p:cNvSpPr txBox="1"/>
          <p:nvPr/>
        </p:nvSpPr>
        <p:spPr>
          <a:xfrm>
            <a:off x="2621535" y="6135597"/>
            <a:ext cx="3900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Lucas DESPAGNE, Jérémy MAZOYER 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9B3C2D4C-333D-DAE4-182F-156853FEAEFF}"/>
              </a:ext>
            </a:extLst>
          </p:cNvPr>
          <p:cNvSpPr txBox="1"/>
          <p:nvPr/>
        </p:nvSpPr>
        <p:spPr>
          <a:xfrm>
            <a:off x="1922073" y="6569338"/>
            <a:ext cx="2313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400" b="1" dirty="0">
                <a:solidFill>
                  <a:srgbClr val="FFFFFF"/>
                </a:solidFill>
              </a:rPr>
              <a:t>Défi SAPHIRE 2024-2025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B4B535B7-1515-3E27-4D9F-3992DC9C2853}"/>
              </a:ext>
            </a:extLst>
          </p:cNvPr>
          <p:cNvSpPr txBox="1"/>
          <p:nvPr/>
        </p:nvSpPr>
        <p:spPr>
          <a:xfrm>
            <a:off x="8574656" y="283334"/>
            <a:ext cx="336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FFFFFF"/>
                </a:solidFill>
              </a:rPr>
              <a:t>1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8012385A-D029-7C65-77BE-13FB2A0897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44913" y="2690715"/>
            <a:ext cx="6454174" cy="2905183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BF3202D4-A381-6679-F4CA-A615196186C1}"/>
              </a:ext>
            </a:extLst>
          </p:cNvPr>
          <p:cNvSpPr txBox="1"/>
          <p:nvPr/>
        </p:nvSpPr>
        <p:spPr>
          <a:xfrm>
            <a:off x="707366" y="0"/>
            <a:ext cx="38646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400" b="1" dirty="0">
                <a:solidFill>
                  <a:srgbClr val="666664"/>
                </a:solidFill>
              </a:rPr>
              <a:t>Étude théorique</a:t>
            </a:r>
          </a:p>
          <a:p>
            <a:pPr algn="r"/>
            <a:r>
              <a:rPr lang="fr-FR" sz="1400" b="1" dirty="0">
                <a:solidFill>
                  <a:srgbClr val="666664"/>
                </a:solidFill>
              </a:rPr>
              <a:t>Étude pratique sur le moteur actuel</a:t>
            </a:r>
          </a:p>
          <a:p>
            <a:pPr algn="r"/>
            <a:r>
              <a:rPr lang="fr-FR" sz="1400" b="1" dirty="0">
                <a:solidFill>
                  <a:srgbClr val="666664"/>
                </a:solidFill>
              </a:rPr>
              <a:t>Recherche de nouveaux moteurs et variateurs</a:t>
            </a:r>
          </a:p>
          <a:p>
            <a:pPr algn="r"/>
            <a:r>
              <a:rPr lang="fr-FR" sz="1400" b="1" dirty="0">
                <a:solidFill>
                  <a:srgbClr val="666664"/>
                </a:solidFill>
              </a:rPr>
              <a:t>Conclusion et annexes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F18D7B39-A52B-ED98-A9B1-D3B654C73A9D}"/>
              </a:ext>
            </a:extLst>
          </p:cNvPr>
          <p:cNvSpPr txBox="1"/>
          <p:nvPr/>
        </p:nvSpPr>
        <p:spPr>
          <a:xfrm>
            <a:off x="156410" y="5730651"/>
            <a:ext cx="4644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Tancrède WLODYKA, Enzo HENRY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6B89E2EC-D780-F6A4-53E0-B94AF190B5EA}"/>
              </a:ext>
            </a:extLst>
          </p:cNvPr>
          <p:cNvSpPr txBox="1"/>
          <p:nvPr/>
        </p:nvSpPr>
        <p:spPr>
          <a:xfrm>
            <a:off x="4343402" y="5730651"/>
            <a:ext cx="4644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dirty="0"/>
              <a:t>Antoine HUET, Antoine TRENTIN</a:t>
            </a:r>
          </a:p>
        </p:txBody>
      </p:sp>
    </p:spTree>
    <p:extLst>
      <p:ext uri="{BB962C8B-B14F-4D97-AF65-F5344CB8AC3E}">
        <p14:creationId xmlns:p14="http://schemas.microsoft.com/office/powerpoint/2010/main" val="884299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46A98F5-D5EB-BC7F-E07D-123854CCCF18}"/>
              </a:ext>
            </a:extLst>
          </p:cNvPr>
          <p:cNvSpPr/>
          <p:nvPr/>
        </p:nvSpPr>
        <p:spPr>
          <a:xfrm>
            <a:off x="0" y="0"/>
            <a:ext cx="4572000" cy="936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CC781B-F9C3-ADEA-32FE-33EE9276C6CB}"/>
              </a:ext>
            </a:extLst>
          </p:cNvPr>
          <p:cNvSpPr/>
          <p:nvPr/>
        </p:nvSpPr>
        <p:spPr>
          <a:xfrm>
            <a:off x="4572000" y="0"/>
            <a:ext cx="4572000" cy="936000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2AB042-CE00-6861-196D-A1B20304593A}"/>
              </a:ext>
            </a:extLst>
          </p:cNvPr>
          <p:cNvSpPr/>
          <p:nvPr/>
        </p:nvSpPr>
        <p:spPr>
          <a:xfrm>
            <a:off x="0" y="6570000"/>
            <a:ext cx="4572000" cy="2880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ED4983-86E5-CC67-C58F-4F241ACE2096}"/>
              </a:ext>
            </a:extLst>
          </p:cNvPr>
          <p:cNvSpPr/>
          <p:nvPr/>
        </p:nvSpPr>
        <p:spPr>
          <a:xfrm>
            <a:off x="4572000" y="6570000"/>
            <a:ext cx="4572000" cy="288000"/>
          </a:xfrm>
          <a:prstGeom prst="rect">
            <a:avLst/>
          </a:prstGeom>
          <a:solidFill>
            <a:srgbClr val="3333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B4B535B7-1515-3E27-4D9F-3992DC9C2853}"/>
              </a:ext>
            </a:extLst>
          </p:cNvPr>
          <p:cNvSpPr txBox="1"/>
          <p:nvPr/>
        </p:nvSpPr>
        <p:spPr>
          <a:xfrm>
            <a:off x="8574656" y="283334"/>
            <a:ext cx="336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94F49-E166-A664-9C12-079B0EB74E2B}"/>
              </a:ext>
            </a:extLst>
          </p:cNvPr>
          <p:cNvSpPr/>
          <p:nvPr/>
        </p:nvSpPr>
        <p:spPr>
          <a:xfrm>
            <a:off x="0" y="918263"/>
            <a:ext cx="9144000" cy="638355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100000">
                <a:srgbClr val="3333B2"/>
              </a:gs>
            </a:gsLst>
            <a:lin ang="108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519FDE3-D73D-1E33-E128-3348431613FE}"/>
              </a:ext>
            </a:extLst>
          </p:cNvPr>
          <p:cNvSpPr txBox="1"/>
          <p:nvPr/>
        </p:nvSpPr>
        <p:spPr>
          <a:xfrm>
            <a:off x="237225" y="1006423"/>
            <a:ext cx="24153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FFFFF"/>
                </a:solidFill>
              </a:rPr>
              <a:t>Mise en contexte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210D34B-FB78-EE97-6C97-1DD76E49DC07}"/>
              </a:ext>
            </a:extLst>
          </p:cNvPr>
          <p:cNvSpPr txBox="1"/>
          <p:nvPr/>
        </p:nvSpPr>
        <p:spPr>
          <a:xfrm>
            <a:off x="1682978" y="5843355"/>
            <a:ext cx="57780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/>
              <a:t>Figure 0</a:t>
            </a:r>
            <a:r>
              <a:rPr lang="fr-FR" sz="1200" dirty="0"/>
              <a:t> – </a:t>
            </a:r>
            <a:r>
              <a:rPr lang="fr-FR" sz="1200" i="1" dirty="0"/>
              <a:t>Illustration du projet CoBRA et de l’objectif de cette année</a:t>
            </a:r>
          </a:p>
        </p:txBody>
      </p:sp>
      <p:pic>
        <p:nvPicPr>
          <p:cNvPr id="13" name="Image 12" descr="Une image contenant capture d’écran, ligne&#10;&#10;Description générée automatiquement">
            <a:extLst>
              <a:ext uri="{FF2B5EF4-FFF2-40B4-BE49-F238E27FC236}">
                <a16:creationId xmlns:a16="http://schemas.microsoft.com/office/drawing/2014/main" id="{759CFA63-B96F-9232-879A-4C6451CAA5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477" y="2669293"/>
            <a:ext cx="7645047" cy="2712955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FB070161-FEBC-8C43-4B37-B884E27AF4DA}"/>
              </a:ext>
            </a:extLst>
          </p:cNvPr>
          <p:cNvSpPr txBox="1"/>
          <p:nvPr/>
        </p:nvSpPr>
        <p:spPr>
          <a:xfrm>
            <a:off x="707366" y="0"/>
            <a:ext cx="38646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400" b="1" dirty="0">
                <a:solidFill>
                  <a:srgbClr val="666664"/>
                </a:solidFill>
              </a:rPr>
              <a:t>Étude théorique</a:t>
            </a:r>
          </a:p>
          <a:p>
            <a:pPr algn="r"/>
            <a:r>
              <a:rPr lang="fr-FR" sz="1400" b="1" dirty="0">
                <a:solidFill>
                  <a:srgbClr val="666664"/>
                </a:solidFill>
              </a:rPr>
              <a:t>Étude pratique sur le moteur actuel</a:t>
            </a:r>
          </a:p>
          <a:p>
            <a:pPr algn="r"/>
            <a:r>
              <a:rPr lang="fr-FR" sz="1400" b="1" dirty="0">
                <a:solidFill>
                  <a:srgbClr val="666664"/>
                </a:solidFill>
              </a:rPr>
              <a:t>Recherche de nouveaux moteurs et variateurs</a:t>
            </a:r>
          </a:p>
          <a:p>
            <a:pPr algn="r"/>
            <a:r>
              <a:rPr lang="fr-FR" sz="1400" b="1" dirty="0">
                <a:solidFill>
                  <a:srgbClr val="666664"/>
                </a:solidFill>
              </a:rPr>
              <a:t>Conclusion et annexes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2983202E-ACF2-A209-B24B-EC1A3F0FB470}"/>
              </a:ext>
            </a:extLst>
          </p:cNvPr>
          <p:cNvSpPr txBox="1"/>
          <p:nvPr/>
        </p:nvSpPr>
        <p:spPr>
          <a:xfrm>
            <a:off x="1922073" y="6569338"/>
            <a:ext cx="2313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400" b="1" dirty="0">
                <a:solidFill>
                  <a:srgbClr val="FFFFFF"/>
                </a:solidFill>
              </a:rPr>
              <a:t>Défi SAPHIRE 2024-2025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8377B004-55E1-68FF-44F5-BD29F8BCCBE3}"/>
              </a:ext>
            </a:extLst>
          </p:cNvPr>
          <p:cNvSpPr txBox="1"/>
          <p:nvPr/>
        </p:nvSpPr>
        <p:spPr>
          <a:xfrm>
            <a:off x="4908428" y="6569338"/>
            <a:ext cx="39250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solidFill>
                  <a:schemeClr val="bg1"/>
                </a:solidFill>
              </a:rPr>
              <a:t>Projet CoBRA : Cinématique</a:t>
            </a:r>
          </a:p>
        </p:txBody>
      </p:sp>
    </p:spTree>
    <p:extLst>
      <p:ext uri="{BB962C8B-B14F-4D97-AF65-F5344CB8AC3E}">
        <p14:creationId xmlns:p14="http://schemas.microsoft.com/office/powerpoint/2010/main" val="2538612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46A98F5-D5EB-BC7F-E07D-123854CCCF18}"/>
              </a:ext>
            </a:extLst>
          </p:cNvPr>
          <p:cNvSpPr/>
          <p:nvPr/>
        </p:nvSpPr>
        <p:spPr>
          <a:xfrm>
            <a:off x="0" y="0"/>
            <a:ext cx="4572000" cy="936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CC781B-F9C3-ADEA-32FE-33EE9276C6CB}"/>
              </a:ext>
            </a:extLst>
          </p:cNvPr>
          <p:cNvSpPr/>
          <p:nvPr/>
        </p:nvSpPr>
        <p:spPr>
          <a:xfrm>
            <a:off x="4572000" y="0"/>
            <a:ext cx="4572000" cy="936000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2AB042-CE00-6861-196D-A1B20304593A}"/>
              </a:ext>
            </a:extLst>
          </p:cNvPr>
          <p:cNvSpPr/>
          <p:nvPr/>
        </p:nvSpPr>
        <p:spPr>
          <a:xfrm>
            <a:off x="0" y="6570000"/>
            <a:ext cx="4572000" cy="2880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ED4983-86E5-CC67-C58F-4F241ACE2096}"/>
              </a:ext>
            </a:extLst>
          </p:cNvPr>
          <p:cNvSpPr/>
          <p:nvPr/>
        </p:nvSpPr>
        <p:spPr>
          <a:xfrm>
            <a:off x="4572000" y="6570000"/>
            <a:ext cx="4572000" cy="288000"/>
          </a:xfrm>
          <a:prstGeom prst="rect">
            <a:avLst/>
          </a:prstGeom>
          <a:solidFill>
            <a:srgbClr val="3333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B4B535B7-1515-3E27-4D9F-3992DC9C2853}"/>
              </a:ext>
            </a:extLst>
          </p:cNvPr>
          <p:cNvSpPr txBox="1"/>
          <p:nvPr/>
        </p:nvSpPr>
        <p:spPr>
          <a:xfrm>
            <a:off x="8574656" y="283334"/>
            <a:ext cx="336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94F49-E166-A664-9C12-079B0EB74E2B}"/>
              </a:ext>
            </a:extLst>
          </p:cNvPr>
          <p:cNvSpPr/>
          <p:nvPr/>
        </p:nvSpPr>
        <p:spPr>
          <a:xfrm>
            <a:off x="0" y="918263"/>
            <a:ext cx="9144000" cy="638355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100000">
                <a:srgbClr val="3333B2"/>
              </a:gs>
            </a:gsLst>
            <a:lin ang="108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519FDE3-D73D-1E33-E128-3348431613FE}"/>
              </a:ext>
            </a:extLst>
          </p:cNvPr>
          <p:cNvSpPr txBox="1"/>
          <p:nvPr/>
        </p:nvSpPr>
        <p:spPr>
          <a:xfrm>
            <a:off x="237225" y="1006423"/>
            <a:ext cx="41881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FFFFF"/>
                </a:solidFill>
              </a:rPr>
              <a:t>Objectifs et sommaire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5F92A16-E66A-3D6E-F374-DCE406D02424}"/>
              </a:ext>
            </a:extLst>
          </p:cNvPr>
          <p:cNvSpPr txBox="1"/>
          <p:nvPr/>
        </p:nvSpPr>
        <p:spPr>
          <a:xfrm>
            <a:off x="201292" y="3211584"/>
            <a:ext cx="19048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u="sng" dirty="0">
                <a:solidFill>
                  <a:srgbClr val="3333B2"/>
                </a:solidFill>
              </a:rPr>
              <a:t>Sommaire :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29E0D7C-E357-0EF1-F0B4-CA67C91263A4}"/>
              </a:ext>
            </a:extLst>
          </p:cNvPr>
          <p:cNvSpPr txBox="1"/>
          <p:nvPr/>
        </p:nvSpPr>
        <p:spPr>
          <a:xfrm>
            <a:off x="707366" y="0"/>
            <a:ext cx="38646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400" b="1" dirty="0">
                <a:solidFill>
                  <a:srgbClr val="666664"/>
                </a:solidFill>
              </a:rPr>
              <a:t>Étude théorique</a:t>
            </a:r>
          </a:p>
          <a:p>
            <a:pPr algn="r"/>
            <a:r>
              <a:rPr lang="fr-FR" sz="1400" b="1" dirty="0">
                <a:solidFill>
                  <a:srgbClr val="666664"/>
                </a:solidFill>
              </a:rPr>
              <a:t>Étude pratique sur le moteur actuel</a:t>
            </a:r>
          </a:p>
          <a:p>
            <a:pPr algn="r"/>
            <a:r>
              <a:rPr lang="fr-FR" sz="1400" b="1" dirty="0">
                <a:solidFill>
                  <a:srgbClr val="666664"/>
                </a:solidFill>
              </a:rPr>
              <a:t>Recherche de nouveaux moteurs et variateurs</a:t>
            </a:r>
          </a:p>
          <a:p>
            <a:pPr algn="r"/>
            <a:r>
              <a:rPr lang="fr-FR" sz="1400" b="1" dirty="0">
                <a:solidFill>
                  <a:srgbClr val="666664"/>
                </a:solidFill>
              </a:rPr>
              <a:t>Conclusion et annexes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948406DE-E72B-046C-61B8-2092AD5535FA}"/>
              </a:ext>
            </a:extLst>
          </p:cNvPr>
          <p:cNvSpPr/>
          <p:nvPr/>
        </p:nvSpPr>
        <p:spPr>
          <a:xfrm>
            <a:off x="235071" y="1977570"/>
            <a:ext cx="8673859" cy="830996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9F86FCD-BD86-F040-E906-A6AA6FB93B41}"/>
              </a:ext>
            </a:extLst>
          </p:cNvPr>
          <p:cNvSpPr txBox="1"/>
          <p:nvPr/>
        </p:nvSpPr>
        <p:spPr>
          <a:xfrm>
            <a:off x="272812" y="2006775"/>
            <a:ext cx="85983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300" b="1" i="0" u="none" strike="noStrike" dirty="0">
                <a:solidFill>
                  <a:srgbClr val="000000"/>
                </a:solidFill>
                <a:effectLst/>
              </a:rPr>
              <a:t>Sélection d’une cinématique de propulsion ainsi qu’un convertisseur adapté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F23B1FC-3C60-53A2-B693-5471FE639530}"/>
              </a:ext>
            </a:extLst>
          </p:cNvPr>
          <p:cNvSpPr txBox="1"/>
          <p:nvPr/>
        </p:nvSpPr>
        <p:spPr>
          <a:xfrm>
            <a:off x="2336845" y="3309569"/>
            <a:ext cx="6237811" cy="286232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400050" indent="-400050">
              <a:spcBef>
                <a:spcPts val="300"/>
              </a:spcBef>
              <a:spcAft>
                <a:spcPts val="300"/>
              </a:spcAft>
              <a:buFontTx/>
              <a:buAutoNum type="romanUcPeriod"/>
            </a:pPr>
            <a:r>
              <a:rPr lang="fr-FR" sz="2200" dirty="0">
                <a:solidFill>
                  <a:srgbClr val="3333B2"/>
                </a:solidFill>
              </a:rPr>
              <a:t>Étude théorique</a:t>
            </a:r>
          </a:p>
          <a:p>
            <a:pPr marL="914400" lvl="1" indent="-45720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fr-FR" sz="1900" i="1" dirty="0">
                <a:solidFill>
                  <a:srgbClr val="3333B2"/>
                </a:solidFill>
              </a:rPr>
              <a:t>Choix de la cinématique </a:t>
            </a:r>
          </a:p>
          <a:p>
            <a:pPr marL="914400" lvl="1" indent="-45720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fr-FR" sz="1900" i="1" dirty="0">
                <a:solidFill>
                  <a:srgbClr val="3333B2"/>
                </a:solidFill>
              </a:rPr>
              <a:t>Étude de traînée et de force à déployer </a:t>
            </a:r>
          </a:p>
          <a:p>
            <a:pPr marL="914400" lvl="1" indent="-45720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fr-FR" sz="1900" i="1" dirty="0">
                <a:solidFill>
                  <a:srgbClr val="3333B2"/>
                </a:solidFill>
              </a:rPr>
              <a:t>Vérification par une simulation </a:t>
            </a:r>
          </a:p>
          <a:p>
            <a:pPr marL="400050" indent="-400050">
              <a:spcBef>
                <a:spcPts val="300"/>
              </a:spcBef>
              <a:spcAft>
                <a:spcPts val="300"/>
              </a:spcAft>
              <a:buFontTx/>
              <a:buAutoNum type="romanUcPeriod"/>
            </a:pPr>
            <a:r>
              <a:rPr lang="fr-FR" sz="2200" dirty="0">
                <a:solidFill>
                  <a:srgbClr val="3333B2"/>
                </a:solidFill>
              </a:rPr>
              <a:t>Étude pratique sur le moteur actuel</a:t>
            </a:r>
          </a:p>
          <a:p>
            <a:pPr marL="400050" indent="-400050">
              <a:spcBef>
                <a:spcPts val="300"/>
              </a:spcBef>
              <a:spcAft>
                <a:spcPts val="300"/>
              </a:spcAft>
              <a:buFontTx/>
              <a:buAutoNum type="romanUcPeriod"/>
            </a:pPr>
            <a:r>
              <a:rPr lang="fr-FR" sz="2200" dirty="0">
                <a:solidFill>
                  <a:srgbClr val="3333B2"/>
                </a:solidFill>
              </a:rPr>
              <a:t>Recherche de nouveaux moteurs et variateurs</a:t>
            </a:r>
          </a:p>
          <a:p>
            <a:pPr marL="400050" indent="-400050">
              <a:spcBef>
                <a:spcPts val="300"/>
              </a:spcBef>
              <a:spcAft>
                <a:spcPts val="300"/>
              </a:spcAft>
              <a:buFontTx/>
              <a:buAutoNum type="romanUcPeriod"/>
            </a:pPr>
            <a:r>
              <a:rPr lang="fr-FR" sz="2200" dirty="0">
                <a:solidFill>
                  <a:srgbClr val="3333B2"/>
                </a:solidFill>
              </a:rPr>
              <a:t>Conclusion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6BF8447-71EE-6689-F28D-4C55AC503CD7}"/>
              </a:ext>
            </a:extLst>
          </p:cNvPr>
          <p:cNvSpPr txBox="1"/>
          <p:nvPr/>
        </p:nvSpPr>
        <p:spPr>
          <a:xfrm>
            <a:off x="1922073" y="6569338"/>
            <a:ext cx="2313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400" b="1" dirty="0">
                <a:solidFill>
                  <a:srgbClr val="FFFFFF"/>
                </a:solidFill>
              </a:rPr>
              <a:t>Défi SAPHIRE 2024-2025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A70786D-7A32-C150-D88A-81C1A5E289A4}"/>
              </a:ext>
            </a:extLst>
          </p:cNvPr>
          <p:cNvSpPr txBox="1"/>
          <p:nvPr/>
        </p:nvSpPr>
        <p:spPr>
          <a:xfrm>
            <a:off x="4908428" y="6569338"/>
            <a:ext cx="39250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solidFill>
                  <a:schemeClr val="bg1"/>
                </a:solidFill>
              </a:rPr>
              <a:t>Projet CoBRA : Cinématique</a:t>
            </a:r>
          </a:p>
        </p:txBody>
      </p:sp>
    </p:spTree>
    <p:extLst>
      <p:ext uri="{BB962C8B-B14F-4D97-AF65-F5344CB8AC3E}">
        <p14:creationId xmlns:p14="http://schemas.microsoft.com/office/powerpoint/2010/main" val="2760884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A03C2-BD1D-1EA0-6AF4-E824276AA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D053929-4255-02C6-BBBE-252D202567E5}"/>
              </a:ext>
            </a:extLst>
          </p:cNvPr>
          <p:cNvSpPr/>
          <p:nvPr/>
        </p:nvSpPr>
        <p:spPr>
          <a:xfrm>
            <a:off x="0" y="0"/>
            <a:ext cx="4572000" cy="936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7DDD92-BDCF-B23C-A755-50C0B5B330D6}"/>
              </a:ext>
            </a:extLst>
          </p:cNvPr>
          <p:cNvSpPr/>
          <p:nvPr/>
        </p:nvSpPr>
        <p:spPr>
          <a:xfrm>
            <a:off x="4572000" y="0"/>
            <a:ext cx="4572000" cy="936000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63DCA2-7DA2-5279-7099-1854631D5FA0}"/>
              </a:ext>
            </a:extLst>
          </p:cNvPr>
          <p:cNvSpPr/>
          <p:nvPr/>
        </p:nvSpPr>
        <p:spPr>
          <a:xfrm>
            <a:off x="0" y="6570000"/>
            <a:ext cx="4572000" cy="2880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63E2D6-25E7-2460-53A2-3BF5EBDB0DF4}"/>
              </a:ext>
            </a:extLst>
          </p:cNvPr>
          <p:cNvSpPr/>
          <p:nvPr/>
        </p:nvSpPr>
        <p:spPr>
          <a:xfrm>
            <a:off x="4572000" y="6570000"/>
            <a:ext cx="4572000" cy="288000"/>
          </a:xfrm>
          <a:prstGeom prst="rect">
            <a:avLst/>
          </a:prstGeom>
          <a:solidFill>
            <a:srgbClr val="3333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814580A7-6490-3C26-96DC-DCE677790797}"/>
              </a:ext>
            </a:extLst>
          </p:cNvPr>
          <p:cNvSpPr txBox="1"/>
          <p:nvPr/>
        </p:nvSpPr>
        <p:spPr>
          <a:xfrm>
            <a:off x="8574656" y="283334"/>
            <a:ext cx="336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2CC9E8-27F6-1D47-D28E-88510C31B0D4}"/>
              </a:ext>
            </a:extLst>
          </p:cNvPr>
          <p:cNvSpPr/>
          <p:nvPr/>
        </p:nvSpPr>
        <p:spPr>
          <a:xfrm>
            <a:off x="0" y="918263"/>
            <a:ext cx="9144000" cy="638355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100000">
                <a:srgbClr val="3333B2"/>
              </a:gs>
            </a:gsLst>
            <a:lin ang="108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6B76F05-7296-D93A-D4FB-50154A29F457}"/>
              </a:ext>
            </a:extLst>
          </p:cNvPr>
          <p:cNvSpPr txBox="1"/>
          <p:nvPr/>
        </p:nvSpPr>
        <p:spPr>
          <a:xfrm>
            <a:off x="237224" y="1006423"/>
            <a:ext cx="5951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FFFFF"/>
                </a:solidFill>
              </a:rPr>
              <a:t>Choix de la cinématique – </a:t>
            </a:r>
            <a:r>
              <a:rPr lang="fr-FR" sz="2400" b="1" dirty="0">
                <a:solidFill>
                  <a:schemeClr val="bg1"/>
                </a:solidFill>
              </a:rPr>
              <a:t>Équipe 1</a:t>
            </a:r>
            <a:r>
              <a:rPr lang="fr-FR" sz="2400" b="1" dirty="0">
                <a:solidFill>
                  <a:srgbClr val="FFFFFF"/>
                </a:solidFill>
              </a:rPr>
              <a:t> 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C5B6571-F32D-5865-DF64-3154A73DA45D}"/>
              </a:ext>
            </a:extLst>
          </p:cNvPr>
          <p:cNvSpPr txBox="1"/>
          <p:nvPr/>
        </p:nvSpPr>
        <p:spPr>
          <a:xfrm>
            <a:off x="707366" y="0"/>
            <a:ext cx="38646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400" b="1" dirty="0">
                <a:solidFill>
                  <a:schemeClr val="bg1"/>
                </a:solidFill>
              </a:rPr>
              <a:t>Étude théorique</a:t>
            </a:r>
          </a:p>
          <a:p>
            <a:pPr algn="r"/>
            <a:r>
              <a:rPr lang="fr-FR" sz="1400" b="1" dirty="0">
                <a:solidFill>
                  <a:srgbClr val="666664"/>
                </a:solidFill>
              </a:rPr>
              <a:t>Étude pratique sur le moteur actuel</a:t>
            </a:r>
          </a:p>
          <a:p>
            <a:pPr algn="r"/>
            <a:r>
              <a:rPr lang="fr-FR" sz="1400" b="1" dirty="0">
                <a:solidFill>
                  <a:srgbClr val="666664"/>
                </a:solidFill>
              </a:rPr>
              <a:t>Recherche de nouveaux moteurs et variateurs</a:t>
            </a:r>
          </a:p>
          <a:p>
            <a:pPr algn="r"/>
            <a:r>
              <a:rPr lang="fr-FR" sz="1400" b="1" dirty="0">
                <a:solidFill>
                  <a:srgbClr val="666664"/>
                </a:solidFill>
              </a:rPr>
              <a:t>Conclusion et annexes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930F5F2-31D5-8AA3-A011-7E4BC148C76A}"/>
              </a:ext>
            </a:extLst>
          </p:cNvPr>
          <p:cNvSpPr txBox="1"/>
          <p:nvPr/>
        </p:nvSpPr>
        <p:spPr>
          <a:xfrm>
            <a:off x="1922073" y="6569338"/>
            <a:ext cx="2313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400" b="1" dirty="0">
                <a:solidFill>
                  <a:srgbClr val="FFFFFF"/>
                </a:solidFill>
              </a:rPr>
              <a:t>Défi SAPHIRE 2024-2025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E265AC6-5AFB-01A2-AFB7-F5C6663FCEE4}"/>
              </a:ext>
            </a:extLst>
          </p:cNvPr>
          <p:cNvSpPr txBox="1"/>
          <p:nvPr/>
        </p:nvSpPr>
        <p:spPr>
          <a:xfrm>
            <a:off x="4908428" y="6569338"/>
            <a:ext cx="39250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solidFill>
                  <a:schemeClr val="bg1"/>
                </a:solidFill>
              </a:rPr>
              <a:t>Projet CoBRA : Cinématique</a:t>
            </a:r>
          </a:p>
        </p:txBody>
      </p:sp>
      <p:sp>
        <p:nvSpPr>
          <p:cNvPr id="17" name="AutoShape 6">
            <a:extLst>
              <a:ext uri="{FF2B5EF4-FFF2-40B4-BE49-F238E27FC236}">
                <a16:creationId xmlns:a16="http://schemas.microsoft.com/office/drawing/2014/main" id="{E5C43044-6002-0450-ACCF-043C82E656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84834" y="3206667"/>
            <a:ext cx="3952875" cy="2562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pic>
        <p:nvPicPr>
          <p:cNvPr id="19" name="Image 18" descr="Une image contenant cercle, capture d’écran, croquis, diagramme&#10;&#10;Description générée automatiquement">
            <a:extLst>
              <a:ext uri="{FF2B5EF4-FFF2-40B4-BE49-F238E27FC236}">
                <a16:creationId xmlns:a16="http://schemas.microsoft.com/office/drawing/2014/main" id="{83629946-01E2-C36E-A09F-4FD7D26A5D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92" y="1734763"/>
            <a:ext cx="3952875" cy="2552811"/>
          </a:xfrm>
          <a:prstGeom prst="rect">
            <a:avLst/>
          </a:prstGeom>
        </p:spPr>
      </p:pic>
      <p:pic>
        <p:nvPicPr>
          <p:cNvPr id="22" name="Image 21" descr="Une image contenant cercle, capture d’écran, diagramme, Graphique&#10;&#10;Description générée automatiquement">
            <a:extLst>
              <a:ext uri="{FF2B5EF4-FFF2-40B4-BE49-F238E27FC236}">
                <a16:creationId xmlns:a16="http://schemas.microsoft.com/office/drawing/2014/main" id="{24FB960B-FFA3-FA97-21D7-721D1274EE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9012" y="2182559"/>
            <a:ext cx="3952875" cy="3766161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4F96EAC6-496F-A48F-C678-40FA36684971}"/>
              </a:ext>
            </a:extLst>
          </p:cNvPr>
          <p:cNvSpPr txBox="1"/>
          <p:nvPr/>
        </p:nvSpPr>
        <p:spPr>
          <a:xfrm>
            <a:off x="3654304" y="4498556"/>
            <a:ext cx="2508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rgbClr val="3333B2"/>
                </a:solidFill>
              </a:rPr>
              <a:t>Hélice</a:t>
            </a: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91CD2756-1847-8491-1270-D7DD55DB8845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4908428" y="4103751"/>
            <a:ext cx="40973" cy="39480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A122B8F4-2CEE-61B0-0CD0-AF869DF77E9E}"/>
              </a:ext>
            </a:extLst>
          </p:cNvPr>
          <p:cNvSpPr txBox="1"/>
          <p:nvPr/>
        </p:nvSpPr>
        <p:spPr>
          <a:xfrm>
            <a:off x="7217260" y="4487779"/>
            <a:ext cx="2508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rgbClr val="3333B2"/>
                </a:solidFill>
              </a:rPr>
              <a:t>Hélice</a:t>
            </a:r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E15BEED5-B2DB-9913-7ED8-B9DA86F807A8}"/>
              </a:ext>
            </a:extLst>
          </p:cNvPr>
          <p:cNvCxnSpPr>
            <a:cxnSpLocks/>
            <a:stCxn id="13" idx="0"/>
          </p:cNvCxnSpPr>
          <p:nvPr/>
        </p:nvCxnSpPr>
        <p:spPr>
          <a:xfrm flipH="1" flipV="1">
            <a:off x="8452184" y="4103751"/>
            <a:ext cx="19200" cy="3840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CD7D15C6-1154-96C5-366A-CF8BA5D7EF02}"/>
              </a:ext>
            </a:extLst>
          </p:cNvPr>
          <p:cNvSpPr txBox="1"/>
          <p:nvPr/>
        </p:nvSpPr>
        <p:spPr>
          <a:xfrm>
            <a:off x="846684" y="4641667"/>
            <a:ext cx="2508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rgbClr val="3333B2"/>
                </a:solidFill>
              </a:rPr>
              <a:t>Hélice</a:t>
            </a:r>
          </a:p>
        </p:txBody>
      </p: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B623F359-5CEB-844E-063D-F1EB30CEC7CC}"/>
              </a:ext>
            </a:extLst>
          </p:cNvPr>
          <p:cNvCxnSpPr>
            <a:cxnSpLocks/>
          </p:cNvCxnSpPr>
          <p:nvPr/>
        </p:nvCxnSpPr>
        <p:spPr>
          <a:xfrm flipV="1">
            <a:off x="2100808" y="4216579"/>
            <a:ext cx="40973" cy="39480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ZoneTexte 20">
            <a:extLst>
              <a:ext uri="{FF2B5EF4-FFF2-40B4-BE49-F238E27FC236}">
                <a16:creationId xmlns:a16="http://schemas.microsoft.com/office/drawing/2014/main" id="{55FFDFF4-BEBA-433D-33B4-1A08E06E4ADB}"/>
              </a:ext>
            </a:extLst>
          </p:cNvPr>
          <p:cNvSpPr txBox="1"/>
          <p:nvPr/>
        </p:nvSpPr>
        <p:spPr>
          <a:xfrm>
            <a:off x="77735" y="4949897"/>
            <a:ext cx="58153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à"/>
            </a:pPr>
            <a:r>
              <a:rPr lang="fr-FR" dirty="0">
                <a:sym typeface="Wingdings" panose="05000000000000000000" pitchFamily="2" charset="2"/>
              </a:rPr>
              <a:t>Deux hélices sur les flancs du dirigeable, pour pouvoir contrôler l’avancement, et l’axe de lacet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fr-FR" dirty="0">
                <a:sym typeface="Wingdings" panose="05000000000000000000" pitchFamily="2" charset="2"/>
              </a:rPr>
              <a:t>Deux hélices sous le dirigeable pour aider à l’élévation du dirigeable, à sa stabilité avec le système de préhension, et permettre un contrôle sur l’axe de tangage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51715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E5DB0-0F3A-9FA7-B467-212FE8E98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3FF812D-AEB3-C8DF-E318-E4939FA5493B}"/>
              </a:ext>
            </a:extLst>
          </p:cNvPr>
          <p:cNvSpPr/>
          <p:nvPr/>
        </p:nvSpPr>
        <p:spPr>
          <a:xfrm>
            <a:off x="0" y="0"/>
            <a:ext cx="4572000" cy="936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C1811C-F0A6-0F74-BD7A-08EFC8462FF9}"/>
              </a:ext>
            </a:extLst>
          </p:cNvPr>
          <p:cNvSpPr/>
          <p:nvPr/>
        </p:nvSpPr>
        <p:spPr>
          <a:xfrm>
            <a:off x="4572000" y="0"/>
            <a:ext cx="4572000" cy="936000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1597A9-E34C-71D0-5B09-F7959A2DF20A}"/>
              </a:ext>
            </a:extLst>
          </p:cNvPr>
          <p:cNvSpPr/>
          <p:nvPr/>
        </p:nvSpPr>
        <p:spPr>
          <a:xfrm>
            <a:off x="0" y="6570000"/>
            <a:ext cx="4572000" cy="2880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888756-86B6-C352-0A75-83B091CDCFF4}"/>
              </a:ext>
            </a:extLst>
          </p:cNvPr>
          <p:cNvSpPr/>
          <p:nvPr/>
        </p:nvSpPr>
        <p:spPr>
          <a:xfrm>
            <a:off x="4572000" y="6570000"/>
            <a:ext cx="4572000" cy="288000"/>
          </a:xfrm>
          <a:prstGeom prst="rect">
            <a:avLst/>
          </a:prstGeom>
          <a:solidFill>
            <a:srgbClr val="3333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876D92FA-8245-1A1D-4564-EFAF70FB9B82}"/>
              </a:ext>
            </a:extLst>
          </p:cNvPr>
          <p:cNvSpPr txBox="1"/>
          <p:nvPr/>
        </p:nvSpPr>
        <p:spPr>
          <a:xfrm>
            <a:off x="8574656" y="283334"/>
            <a:ext cx="336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477EFC-375C-D680-D153-005E23237E87}"/>
              </a:ext>
            </a:extLst>
          </p:cNvPr>
          <p:cNvSpPr/>
          <p:nvPr/>
        </p:nvSpPr>
        <p:spPr>
          <a:xfrm>
            <a:off x="0" y="918263"/>
            <a:ext cx="9144000" cy="638355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100000">
                <a:srgbClr val="3333B2"/>
              </a:gs>
            </a:gsLst>
            <a:lin ang="108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201466A-46E5-D47D-146A-73FF3E833B4E}"/>
              </a:ext>
            </a:extLst>
          </p:cNvPr>
          <p:cNvSpPr txBox="1"/>
          <p:nvPr/>
        </p:nvSpPr>
        <p:spPr>
          <a:xfrm>
            <a:off x="237224" y="1006423"/>
            <a:ext cx="5951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FFFFF"/>
                </a:solidFill>
              </a:rPr>
              <a:t>Choix de la cinématique – </a:t>
            </a:r>
            <a:r>
              <a:rPr lang="fr-FR" sz="2400" b="1" dirty="0">
                <a:solidFill>
                  <a:schemeClr val="bg1"/>
                </a:solidFill>
              </a:rPr>
              <a:t>Équipe 1</a:t>
            </a:r>
            <a:r>
              <a:rPr lang="fr-FR" sz="2400" b="1" dirty="0">
                <a:solidFill>
                  <a:srgbClr val="FFFFFF"/>
                </a:solidFill>
              </a:rPr>
              <a:t> 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77E2212-DED3-0494-E79D-3ED643EC31C4}"/>
              </a:ext>
            </a:extLst>
          </p:cNvPr>
          <p:cNvSpPr txBox="1"/>
          <p:nvPr/>
        </p:nvSpPr>
        <p:spPr>
          <a:xfrm>
            <a:off x="707366" y="0"/>
            <a:ext cx="38646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400" b="1" dirty="0">
                <a:solidFill>
                  <a:schemeClr val="bg1"/>
                </a:solidFill>
              </a:rPr>
              <a:t>Étude théorique</a:t>
            </a:r>
          </a:p>
          <a:p>
            <a:pPr algn="r"/>
            <a:r>
              <a:rPr lang="fr-FR" sz="1400" b="1" dirty="0">
                <a:solidFill>
                  <a:srgbClr val="666664"/>
                </a:solidFill>
              </a:rPr>
              <a:t>Étude pratique sur le moteur actuel</a:t>
            </a:r>
          </a:p>
          <a:p>
            <a:pPr algn="r"/>
            <a:r>
              <a:rPr lang="fr-FR" sz="1400" b="1" dirty="0">
                <a:solidFill>
                  <a:srgbClr val="666664"/>
                </a:solidFill>
              </a:rPr>
              <a:t>Recherche de nouveaux moteurs et variateurs</a:t>
            </a:r>
          </a:p>
          <a:p>
            <a:pPr algn="r"/>
            <a:r>
              <a:rPr lang="fr-FR" sz="1400" b="1" dirty="0">
                <a:solidFill>
                  <a:srgbClr val="666664"/>
                </a:solidFill>
              </a:rPr>
              <a:t>Conclusion et annexes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932ECF3-FAC1-4292-7EBC-AB3AF2FF7679}"/>
              </a:ext>
            </a:extLst>
          </p:cNvPr>
          <p:cNvSpPr txBox="1"/>
          <p:nvPr/>
        </p:nvSpPr>
        <p:spPr>
          <a:xfrm>
            <a:off x="1922073" y="6569338"/>
            <a:ext cx="2313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400" b="1" dirty="0">
                <a:solidFill>
                  <a:srgbClr val="FFFFFF"/>
                </a:solidFill>
              </a:rPr>
              <a:t>Défi SAPHIRE 2024-2025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0F273CC-1AB7-6EF1-5B87-214287961B10}"/>
              </a:ext>
            </a:extLst>
          </p:cNvPr>
          <p:cNvSpPr txBox="1"/>
          <p:nvPr/>
        </p:nvSpPr>
        <p:spPr>
          <a:xfrm>
            <a:off x="4908428" y="6569338"/>
            <a:ext cx="39250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solidFill>
                  <a:schemeClr val="bg1"/>
                </a:solidFill>
              </a:rPr>
              <a:t>Projet CoBRA : Cinématique</a:t>
            </a:r>
          </a:p>
        </p:txBody>
      </p:sp>
      <p:sp>
        <p:nvSpPr>
          <p:cNvPr id="17" name="AutoShape 6">
            <a:extLst>
              <a:ext uri="{FF2B5EF4-FFF2-40B4-BE49-F238E27FC236}">
                <a16:creationId xmlns:a16="http://schemas.microsoft.com/office/drawing/2014/main" id="{13FAF9C2-1CE3-7E42-94B6-A1D37E7CE8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84834" y="3206667"/>
            <a:ext cx="3952875" cy="2562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pic>
        <p:nvPicPr>
          <p:cNvPr id="19" name="Image 18" descr="Une image contenant cercle, capture d’écran, croquis, diagramme&#10;&#10;Description générée automatiquement">
            <a:extLst>
              <a:ext uri="{FF2B5EF4-FFF2-40B4-BE49-F238E27FC236}">
                <a16:creationId xmlns:a16="http://schemas.microsoft.com/office/drawing/2014/main" id="{58F350C2-6FDD-2571-C5F7-490751D0E1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92" y="1734763"/>
            <a:ext cx="3952875" cy="2552811"/>
          </a:xfrm>
          <a:prstGeom prst="rect">
            <a:avLst/>
          </a:prstGeom>
        </p:spPr>
      </p:pic>
      <p:pic>
        <p:nvPicPr>
          <p:cNvPr id="22" name="Image 21" descr="Une image contenant cercle, capture d’écran, diagramme, Graphique&#10;&#10;Description générée automatiquement">
            <a:extLst>
              <a:ext uri="{FF2B5EF4-FFF2-40B4-BE49-F238E27FC236}">
                <a16:creationId xmlns:a16="http://schemas.microsoft.com/office/drawing/2014/main" id="{2A017D2D-E05F-6D99-ABA7-9006E5505C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9012" y="2182559"/>
            <a:ext cx="3952875" cy="3766161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EB28B765-8BBA-C363-80A0-1174AA4F798A}"/>
              </a:ext>
            </a:extLst>
          </p:cNvPr>
          <p:cNvSpPr txBox="1"/>
          <p:nvPr/>
        </p:nvSpPr>
        <p:spPr>
          <a:xfrm>
            <a:off x="3654304" y="4498556"/>
            <a:ext cx="2508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rgbClr val="3333B2"/>
                </a:solidFill>
              </a:rPr>
              <a:t>Hélice</a:t>
            </a: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5145D827-730D-1ACD-289F-7CFB3817F0AF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4908428" y="4103751"/>
            <a:ext cx="40973" cy="39480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381E07FA-8972-7D7E-1481-963BB39E7FA6}"/>
              </a:ext>
            </a:extLst>
          </p:cNvPr>
          <p:cNvSpPr txBox="1"/>
          <p:nvPr/>
        </p:nvSpPr>
        <p:spPr>
          <a:xfrm>
            <a:off x="7217260" y="4487779"/>
            <a:ext cx="2508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rgbClr val="3333B2"/>
                </a:solidFill>
              </a:rPr>
              <a:t>Hélice</a:t>
            </a:r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89CD0A12-E349-AA4F-4B5B-B8DEE1AA7289}"/>
              </a:ext>
            </a:extLst>
          </p:cNvPr>
          <p:cNvCxnSpPr>
            <a:cxnSpLocks/>
            <a:stCxn id="13" idx="0"/>
          </p:cNvCxnSpPr>
          <p:nvPr/>
        </p:nvCxnSpPr>
        <p:spPr>
          <a:xfrm flipH="1" flipV="1">
            <a:off x="8452184" y="4103751"/>
            <a:ext cx="19200" cy="3840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F2D02974-5B04-8EE0-F116-272844395D3A}"/>
              </a:ext>
            </a:extLst>
          </p:cNvPr>
          <p:cNvSpPr txBox="1"/>
          <p:nvPr/>
        </p:nvSpPr>
        <p:spPr>
          <a:xfrm>
            <a:off x="846684" y="4641667"/>
            <a:ext cx="2508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rgbClr val="3333B2"/>
                </a:solidFill>
              </a:rPr>
              <a:t>Hélice</a:t>
            </a:r>
          </a:p>
        </p:txBody>
      </p: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773C7D0E-A0B6-42F2-CD3E-8FF76F39BCDF}"/>
              </a:ext>
            </a:extLst>
          </p:cNvPr>
          <p:cNvCxnSpPr>
            <a:cxnSpLocks/>
          </p:cNvCxnSpPr>
          <p:nvPr/>
        </p:nvCxnSpPr>
        <p:spPr>
          <a:xfrm flipV="1">
            <a:off x="2100808" y="4216579"/>
            <a:ext cx="40973" cy="39480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4216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CD2C1-8909-03F7-7754-0DFD64ADD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Picture 4" descr="Propeller Vector Art, Icons, and Graphics for Free Download">
            <a:extLst>
              <a:ext uri="{FF2B5EF4-FFF2-40B4-BE49-F238E27FC236}">
                <a16:creationId xmlns:a16="http://schemas.microsoft.com/office/drawing/2014/main" id="{A8BE94ED-AF2E-BBC3-6F18-DE37B5EA4A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500000">
            <a:off x="6831335" y="3509691"/>
            <a:ext cx="380647" cy="366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6" name="Picture 4" descr="Propeller Vector Art, Icons, and Graphics for Free Download">
            <a:extLst>
              <a:ext uri="{FF2B5EF4-FFF2-40B4-BE49-F238E27FC236}">
                <a16:creationId xmlns:a16="http://schemas.microsoft.com/office/drawing/2014/main" id="{11E4E448-9218-1719-50E8-636DDAB9EF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00000">
            <a:off x="621422" y="4106261"/>
            <a:ext cx="380647" cy="366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ropeller Vector Art, Icons, and Graphics for Free Download">
            <a:extLst>
              <a:ext uri="{FF2B5EF4-FFF2-40B4-BE49-F238E27FC236}">
                <a16:creationId xmlns:a16="http://schemas.microsoft.com/office/drawing/2014/main" id="{92DBFAA2-02B0-ED8C-68B9-EF8691805A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3168" y="4112612"/>
            <a:ext cx="380647" cy="366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2D6B585-6019-C201-4C10-E36037D07C33}"/>
              </a:ext>
            </a:extLst>
          </p:cNvPr>
          <p:cNvSpPr/>
          <p:nvPr/>
        </p:nvSpPr>
        <p:spPr>
          <a:xfrm>
            <a:off x="0" y="0"/>
            <a:ext cx="4572000" cy="936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306934-79D1-7B6D-5935-D28770083EA0}"/>
              </a:ext>
            </a:extLst>
          </p:cNvPr>
          <p:cNvSpPr/>
          <p:nvPr/>
        </p:nvSpPr>
        <p:spPr>
          <a:xfrm>
            <a:off x="4572000" y="0"/>
            <a:ext cx="4572000" cy="936000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A04AD4-3D55-52EF-3C1B-667CE7ABF95E}"/>
              </a:ext>
            </a:extLst>
          </p:cNvPr>
          <p:cNvSpPr/>
          <p:nvPr/>
        </p:nvSpPr>
        <p:spPr>
          <a:xfrm>
            <a:off x="0" y="6570000"/>
            <a:ext cx="4572000" cy="2880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D07F05-4450-0604-E201-412EADB9582F}"/>
              </a:ext>
            </a:extLst>
          </p:cNvPr>
          <p:cNvSpPr/>
          <p:nvPr/>
        </p:nvSpPr>
        <p:spPr>
          <a:xfrm>
            <a:off x="4572000" y="6570000"/>
            <a:ext cx="4572000" cy="288000"/>
          </a:xfrm>
          <a:prstGeom prst="rect">
            <a:avLst/>
          </a:prstGeom>
          <a:solidFill>
            <a:srgbClr val="3333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9232D822-78DA-F2DA-99C3-CFAE50D82BB8}"/>
              </a:ext>
            </a:extLst>
          </p:cNvPr>
          <p:cNvSpPr txBox="1"/>
          <p:nvPr/>
        </p:nvSpPr>
        <p:spPr>
          <a:xfrm>
            <a:off x="8574656" y="283334"/>
            <a:ext cx="336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BFAE67-229B-CE13-D6ED-2C723DEFC789}"/>
              </a:ext>
            </a:extLst>
          </p:cNvPr>
          <p:cNvSpPr/>
          <p:nvPr/>
        </p:nvSpPr>
        <p:spPr>
          <a:xfrm>
            <a:off x="0" y="918263"/>
            <a:ext cx="9144000" cy="638355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100000">
                <a:srgbClr val="3333B2"/>
              </a:gs>
            </a:gsLst>
            <a:lin ang="108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EBAE6F2-A970-CAB9-1DD4-77E0DDF3F876}"/>
              </a:ext>
            </a:extLst>
          </p:cNvPr>
          <p:cNvSpPr txBox="1"/>
          <p:nvPr/>
        </p:nvSpPr>
        <p:spPr>
          <a:xfrm>
            <a:off x="237224" y="1006423"/>
            <a:ext cx="5951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FFFFF"/>
                </a:solidFill>
              </a:rPr>
              <a:t>Choix de la cinématique – </a:t>
            </a:r>
            <a:r>
              <a:rPr lang="fr-FR" sz="2400" b="1" dirty="0">
                <a:solidFill>
                  <a:schemeClr val="bg1"/>
                </a:solidFill>
              </a:rPr>
              <a:t>Équipe 3</a:t>
            </a:r>
            <a:endParaRPr lang="fr-FR" sz="2400" b="1" dirty="0">
              <a:solidFill>
                <a:srgbClr val="FFFFFF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96BF002-CF54-0D29-C908-F251287EE04A}"/>
              </a:ext>
            </a:extLst>
          </p:cNvPr>
          <p:cNvSpPr txBox="1"/>
          <p:nvPr/>
        </p:nvSpPr>
        <p:spPr>
          <a:xfrm>
            <a:off x="707366" y="0"/>
            <a:ext cx="38646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400" b="1" dirty="0">
                <a:solidFill>
                  <a:schemeClr val="bg1"/>
                </a:solidFill>
              </a:rPr>
              <a:t>Étude théorique</a:t>
            </a:r>
          </a:p>
          <a:p>
            <a:pPr algn="r"/>
            <a:r>
              <a:rPr lang="fr-FR" sz="1400" b="1" dirty="0">
                <a:solidFill>
                  <a:srgbClr val="666664"/>
                </a:solidFill>
              </a:rPr>
              <a:t>Étude pratique sur le moteur actuel</a:t>
            </a:r>
          </a:p>
          <a:p>
            <a:pPr algn="r"/>
            <a:r>
              <a:rPr lang="fr-FR" sz="1400" b="1" dirty="0">
                <a:solidFill>
                  <a:srgbClr val="666664"/>
                </a:solidFill>
              </a:rPr>
              <a:t>Recherche de nouveaux moteurs et variateurs</a:t>
            </a:r>
          </a:p>
          <a:p>
            <a:pPr algn="r"/>
            <a:r>
              <a:rPr lang="fr-FR" sz="1400" b="1" dirty="0">
                <a:solidFill>
                  <a:srgbClr val="666664"/>
                </a:solidFill>
              </a:rPr>
              <a:t>Conclusion et annexes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8440404-1A99-E65F-6C6A-D72DFD424AC0}"/>
              </a:ext>
            </a:extLst>
          </p:cNvPr>
          <p:cNvSpPr txBox="1"/>
          <p:nvPr/>
        </p:nvSpPr>
        <p:spPr>
          <a:xfrm>
            <a:off x="1922073" y="6569338"/>
            <a:ext cx="2313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400" b="1" dirty="0">
                <a:solidFill>
                  <a:srgbClr val="FFFFFF"/>
                </a:solidFill>
              </a:rPr>
              <a:t>Défi SAPHIRE 2024-2025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E17AED0-8530-5B7D-F3B1-44C19F39A31E}"/>
              </a:ext>
            </a:extLst>
          </p:cNvPr>
          <p:cNvSpPr txBox="1"/>
          <p:nvPr/>
        </p:nvSpPr>
        <p:spPr>
          <a:xfrm>
            <a:off x="4908428" y="6569338"/>
            <a:ext cx="39250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solidFill>
                  <a:schemeClr val="bg1"/>
                </a:solidFill>
              </a:rPr>
              <a:t>Projet CoBRA : Cinématique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5976B37-D5D7-E15A-3D04-49E1E0C6D3BB}"/>
              </a:ext>
            </a:extLst>
          </p:cNvPr>
          <p:cNvSpPr txBox="1"/>
          <p:nvPr/>
        </p:nvSpPr>
        <p:spPr>
          <a:xfrm>
            <a:off x="2994648" y="4969529"/>
            <a:ext cx="922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rgbClr val="3333B2"/>
                </a:solidFill>
              </a:rPr>
              <a:t>Hélice</a:t>
            </a:r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74D0AEC6-2CFD-903A-9CA2-34E76D22C394}"/>
              </a:ext>
            </a:extLst>
          </p:cNvPr>
          <p:cNvCxnSpPr>
            <a:cxnSpLocks/>
            <a:stCxn id="13" idx="0"/>
            <a:endCxn id="34" idx="5"/>
          </p:cNvCxnSpPr>
          <p:nvPr/>
        </p:nvCxnSpPr>
        <p:spPr>
          <a:xfrm flipH="1" flipV="1">
            <a:off x="2866566" y="4446869"/>
            <a:ext cx="589384" cy="5226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llipse 13">
            <a:extLst>
              <a:ext uri="{FF2B5EF4-FFF2-40B4-BE49-F238E27FC236}">
                <a16:creationId xmlns:a16="http://schemas.microsoft.com/office/drawing/2014/main" id="{7D491EF3-A662-3041-0607-CA8115698E2B}"/>
              </a:ext>
            </a:extLst>
          </p:cNvPr>
          <p:cNvSpPr/>
          <p:nvPr/>
        </p:nvSpPr>
        <p:spPr>
          <a:xfrm>
            <a:off x="553715" y="1998027"/>
            <a:ext cx="2418285" cy="2418285"/>
          </a:xfrm>
          <a:prstGeom prst="ellipse">
            <a:avLst/>
          </a:prstGeom>
          <a:noFill/>
          <a:ln w="222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8E5C0AEF-9E31-FD93-3505-868C8E4BC84D}"/>
              </a:ext>
            </a:extLst>
          </p:cNvPr>
          <p:cNvCxnSpPr>
            <a:cxnSpLocks/>
            <a:stCxn id="14" idx="1"/>
            <a:endCxn id="14" idx="5"/>
          </p:cNvCxnSpPr>
          <p:nvPr/>
        </p:nvCxnSpPr>
        <p:spPr>
          <a:xfrm>
            <a:off x="907865" y="2352177"/>
            <a:ext cx="1709985" cy="1709985"/>
          </a:xfrm>
          <a:prstGeom prst="line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27531C03-07FD-24B9-0577-E35DE7D30BF4}"/>
              </a:ext>
            </a:extLst>
          </p:cNvPr>
          <p:cNvCxnSpPr>
            <a:cxnSpLocks/>
            <a:stCxn id="14" idx="7"/>
            <a:endCxn id="14" idx="3"/>
          </p:cNvCxnSpPr>
          <p:nvPr/>
        </p:nvCxnSpPr>
        <p:spPr>
          <a:xfrm flipH="1">
            <a:off x="907865" y="2352177"/>
            <a:ext cx="1709985" cy="1709985"/>
          </a:xfrm>
          <a:prstGeom prst="line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lipse 31">
            <a:extLst>
              <a:ext uri="{FF2B5EF4-FFF2-40B4-BE49-F238E27FC236}">
                <a16:creationId xmlns:a16="http://schemas.microsoft.com/office/drawing/2014/main" id="{063B55B2-652F-6D21-A4C1-06B1B9851BF1}"/>
              </a:ext>
            </a:extLst>
          </p:cNvPr>
          <p:cNvSpPr/>
          <p:nvPr/>
        </p:nvSpPr>
        <p:spPr>
          <a:xfrm>
            <a:off x="1195044" y="2612243"/>
            <a:ext cx="1135626" cy="1135626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9FCC43A9-F74F-AC18-1A60-63D8ABF983F0}"/>
              </a:ext>
            </a:extLst>
          </p:cNvPr>
          <p:cNvSpPr/>
          <p:nvPr/>
        </p:nvSpPr>
        <p:spPr>
          <a:xfrm>
            <a:off x="1715701" y="3147924"/>
            <a:ext cx="94312" cy="88741"/>
          </a:xfrm>
          <a:prstGeom prst="ellipse">
            <a:avLst/>
          </a:prstGeom>
          <a:noFill/>
          <a:ln w="222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41D5BB97-A621-B44D-3B20-F9EFE083A1F2}"/>
              </a:ext>
            </a:extLst>
          </p:cNvPr>
          <p:cNvSpPr/>
          <p:nvPr/>
        </p:nvSpPr>
        <p:spPr>
          <a:xfrm>
            <a:off x="2478699" y="4061042"/>
            <a:ext cx="454414" cy="452024"/>
          </a:xfrm>
          <a:prstGeom prst="ellipse">
            <a:avLst/>
          </a:prstGeom>
          <a:noFill/>
          <a:ln w="222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DFBEE630-2CE9-11D0-C046-2BB3B18E0363}"/>
              </a:ext>
            </a:extLst>
          </p:cNvPr>
          <p:cNvSpPr/>
          <p:nvPr/>
        </p:nvSpPr>
        <p:spPr>
          <a:xfrm>
            <a:off x="1531227" y="4599605"/>
            <a:ext cx="454414" cy="186253"/>
          </a:xfrm>
          <a:prstGeom prst="roundRect">
            <a:avLst/>
          </a:prstGeom>
          <a:noFill/>
          <a:ln w="222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 : coins arrondis 35">
            <a:extLst>
              <a:ext uri="{FF2B5EF4-FFF2-40B4-BE49-F238E27FC236}">
                <a16:creationId xmlns:a16="http://schemas.microsoft.com/office/drawing/2014/main" id="{5F28AD88-F241-9573-C543-C8CCC6CA57E9}"/>
              </a:ext>
            </a:extLst>
          </p:cNvPr>
          <p:cNvSpPr/>
          <p:nvPr/>
        </p:nvSpPr>
        <p:spPr>
          <a:xfrm rot="5400000">
            <a:off x="1535649" y="3873401"/>
            <a:ext cx="454414" cy="186253"/>
          </a:xfrm>
          <a:prstGeom prst="roundRect">
            <a:avLst/>
          </a:prstGeom>
          <a:noFill/>
          <a:ln w="222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68826034-0670-17E4-F14A-5BF10FE33554}"/>
              </a:ext>
            </a:extLst>
          </p:cNvPr>
          <p:cNvSpPr txBox="1"/>
          <p:nvPr/>
        </p:nvSpPr>
        <p:spPr>
          <a:xfrm>
            <a:off x="1609766" y="5553311"/>
            <a:ext cx="8689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rgbClr val="3333B2"/>
                </a:solidFill>
              </a:rPr>
              <a:t>Hélice</a:t>
            </a:r>
          </a:p>
        </p:txBody>
      </p:sp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47FA3399-3BCB-23DB-83F6-B80EC59F37B7}"/>
              </a:ext>
            </a:extLst>
          </p:cNvPr>
          <p:cNvCxnSpPr>
            <a:cxnSpLocks/>
            <a:stCxn id="41" idx="0"/>
            <a:endCxn id="35" idx="2"/>
          </p:cNvCxnSpPr>
          <p:nvPr/>
        </p:nvCxnSpPr>
        <p:spPr>
          <a:xfrm flipH="1" flipV="1">
            <a:off x="1758434" y="4785858"/>
            <a:ext cx="285799" cy="7674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ZoneTexte 45">
            <a:extLst>
              <a:ext uri="{FF2B5EF4-FFF2-40B4-BE49-F238E27FC236}">
                <a16:creationId xmlns:a16="http://schemas.microsoft.com/office/drawing/2014/main" id="{C6DFA6D1-8646-F65F-A17C-2A5E95E6B6CE}"/>
              </a:ext>
            </a:extLst>
          </p:cNvPr>
          <p:cNvSpPr txBox="1"/>
          <p:nvPr/>
        </p:nvSpPr>
        <p:spPr>
          <a:xfrm>
            <a:off x="3226889" y="3180056"/>
            <a:ext cx="8769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rgbClr val="3333B2"/>
                </a:solidFill>
              </a:rPr>
              <a:t>Hélice</a:t>
            </a:r>
          </a:p>
        </p:txBody>
      </p:sp>
      <p:cxnSp>
        <p:nvCxnSpPr>
          <p:cNvPr id="47" name="Connecteur droit avec flèche 46">
            <a:extLst>
              <a:ext uri="{FF2B5EF4-FFF2-40B4-BE49-F238E27FC236}">
                <a16:creationId xmlns:a16="http://schemas.microsoft.com/office/drawing/2014/main" id="{399678E8-5793-91F3-D5E2-8728E0236EED}"/>
              </a:ext>
            </a:extLst>
          </p:cNvPr>
          <p:cNvCxnSpPr>
            <a:cxnSpLocks/>
            <a:stCxn id="46" idx="1"/>
            <a:endCxn id="36" idx="0"/>
          </p:cNvCxnSpPr>
          <p:nvPr/>
        </p:nvCxnSpPr>
        <p:spPr>
          <a:xfrm flipH="1">
            <a:off x="1855983" y="3380111"/>
            <a:ext cx="1370906" cy="5864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Ellipse 52">
            <a:extLst>
              <a:ext uri="{FF2B5EF4-FFF2-40B4-BE49-F238E27FC236}">
                <a16:creationId xmlns:a16="http://schemas.microsoft.com/office/drawing/2014/main" id="{6CFB18DE-D43F-35C9-EE9D-AC71BE0683E6}"/>
              </a:ext>
            </a:extLst>
          </p:cNvPr>
          <p:cNvSpPr/>
          <p:nvPr/>
        </p:nvSpPr>
        <p:spPr>
          <a:xfrm rot="5400000">
            <a:off x="5182802" y="2478013"/>
            <a:ext cx="3665785" cy="2418285"/>
          </a:xfrm>
          <a:prstGeom prst="ellipse">
            <a:avLst/>
          </a:prstGeom>
          <a:noFill/>
          <a:ln w="222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C4F0BF94-5E22-48C8-03B5-EC3AA8324193}"/>
              </a:ext>
            </a:extLst>
          </p:cNvPr>
          <p:cNvSpPr/>
          <p:nvPr/>
        </p:nvSpPr>
        <p:spPr>
          <a:xfrm rot="5400000">
            <a:off x="6788487" y="2562375"/>
            <a:ext cx="454414" cy="186253"/>
          </a:xfrm>
          <a:prstGeom prst="roundRect">
            <a:avLst/>
          </a:prstGeom>
          <a:noFill/>
          <a:ln w="222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CCF7EB87-9586-136F-34A2-6E09B41BD834}"/>
              </a:ext>
            </a:extLst>
          </p:cNvPr>
          <p:cNvSpPr/>
          <p:nvPr/>
        </p:nvSpPr>
        <p:spPr>
          <a:xfrm rot="5400000">
            <a:off x="6788488" y="4892616"/>
            <a:ext cx="454414" cy="186253"/>
          </a:xfrm>
          <a:prstGeom prst="roundRect">
            <a:avLst/>
          </a:prstGeom>
          <a:noFill/>
          <a:ln w="222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36288A72-CF78-6A4F-D24D-E333972C5DBD}"/>
              </a:ext>
            </a:extLst>
          </p:cNvPr>
          <p:cNvSpPr/>
          <p:nvPr/>
        </p:nvSpPr>
        <p:spPr>
          <a:xfrm>
            <a:off x="6793272" y="3462816"/>
            <a:ext cx="454414" cy="452024"/>
          </a:xfrm>
          <a:prstGeom prst="ellipse">
            <a:avLst/>
          </a:prstGeom>
          <a:noFill/>
          <a:ln w="222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04172FA9-5F9E-49DD-8032-A492592CCE5C}"/>
              </a:ext>
            </a:extLst>
          </p:cNvPr>
          <p:cNvSpPr txBox="1"/>
          <p:nvPr/>
        </p:nvSpPr>
        <p:spPr>
          <a:xfrm>
            <a:off x="4425396" y="3546153"/>
            <a:ext cx="8327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rgbClr val="3333B2"/>
                </a:solidFill>
              </a:rPr>
              <a:t>Hélice</a:t>
            </a:r>
          </a:p>
        </p:txBody>
      </p: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4FC0FFA9-FAD3-CC89-1A5C-FC14F70BD35A}"/>
              </a:ext>
            </a:extLst>
          </p:cNvPr>
          <p:cNvCxnSpPr>
            <a:cxnSpLocks/>
            <a:stCxn id="21" idx="3"/>
            <a:endCxn id="20" idx="2"/>
          </p:cNvCxnSpPr>
          <p:nvPr/>
        </p:nvCxnSpPr>
        <p:spPr>
          <a:xfrm flipV="1">
            <a:off x="5258176" y="3688828"/>
            <a:ext cx="1535096" cy="573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ZoneTexte 30">
            <a:extLst>
              <a:ext uri="{FF2B5EF4-FFF2-40B4-BE49-F238E27FC236}">
                <a16:creationId xmlns:a16="http://schemas.microsoft.com/office/drawing/2014/main" id="{7F2AFDA2-17C4-F350-7597-4F93E0BAC1A9}"/>
              </a:ext>
            </a:extLst>
          </p:cNvPr>
          <p:cNvSpPr txBox="1"/>
          <p:nvPr/>
        </p:nvSpPr>
        <p:spPr>
          <a:xfrm>
            <a:off x="4379236" y="5484698"/>
            <a:ext cx="8689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rgbClr val="3333B2"/>
                </a:solidFill>
              </a:rPr>
              <a:t>Hélice</a:t>
            </a:r>
          </a:p>
        </p:txBody>
      </p: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61FB354E-F995-8DA0-E496-B8DF3A786466}"/>
              </a:ext>
            </a:extLst>
          </p:cNvPr>
          <p:cNvCxnSpPr>
            <a:cxnSpLocks/>
            <a:stCxn id="31" idx="3"/>
            <a:endCxn id="19" idx="2"/>
          </p:cNvCxnSpPr>
          <p:nvPr/>
        </p:nvCxnSpPr>
        <p:spPr>
          <a:xfrm flipV="1">
            <a:off x="5248169" y="4985743"/>
            <a:ext cx="1674400" cy="69901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ZoneTexte 42">
            <a:extLst>
              <a:ext uri="{FF2B5EF4-FFF2-40B4-BE49-F238E27FC236}">
                <a16:creationId xmlns:a16="http://schemas.microsoft.com/office/drawing/2014/main" id="{A15F1343-6F1B-2D3B-936F-512A5F33BB9F}"/>
              </a:ext>
            </a:extLst>
          </p:cNvPr>
          <p:cNvSpPr txBox="1"/>
          <p:nvPr/>
        </p:nvSpPr>
        <p:spPr>
          <a:xfrm>
            <a:off x="4312901" y="2517378"/>
            <a:ext cx="9356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rgbClr val="3333B2"/>
                </a:solidFill>
              </a:rPr>
              <a:t>Hélice</a:t>
            </a:r>
          </a:p>
        </p:txBody>
      </p:sp>
      <p:cxnSp>
        <p:nvCxnSpPr>
          <p:cNvPr id="48" name="Connecteur droit avec flèche 47">
            <a:extLst>
              <a:ext uri="{FF2B5EF4-FFF2-40B4-BE49-F238E27FC236}">
                <a16:creationId xmlns:a16="http://schemas.microsoft.com/office/drawing/2014/main" id="{A8A2C531-FE4C-6FA3-35DE-A8E1AB47FD1B}"/>
              </a:ext>
            </a:extLst>
          </p:cNvPr>
          <p:cNvCxnSpPr>
            <a:cxnSpLocks/>
            <a:stCxn id="43" idx="3"/>
            <a:endCxn id="18" idx="2"/>
          </p:cNvCxnSpPr>
          <p:nvPr/>
        </p:nvCxnSpPr>
        <p:spPr>
          <a:xfrm flipV="1">
            <a:off x="5248544" y="2655502"/>
            <a:ext cx="1674024" cy="619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AA6DEB62-5E1E-B6BA-FBAC-F54BEE31EC19}"/>
              </a:ext>
            </a:extLst>
          </p:cNvPr>
          <p:cNvSpPr/>
          <p:nvPr/>
        </p:nvSpPr>
        <p:spPr>
          <a:xfrm>
            <a:off x="6728051" y="3914509"/>
            <a:ext cx="575286" cy="269386"/>
          </a:xfrm>
          <a:prstGeom prst="roundRect">
            <a:avLst/>
          </a:prstGeom>
          <a:noFill/>
          <a:ln w="222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AFAF948-EE49-8F5A-84C8-D97F6D7D148C}"/>
              </a:ext>
            </a:extLst>
          </p:cNvPr>
          <p:cNvSpPr txBox="1"/>
          <p:nvPr/>
        </p:nvSpPr>
        <p:spPr>
          <a:xfrm>
            <a:off x="4038067" y="4607062"/>
            <a:ext cx="14063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rgbClr val="3333B2"/>
                </a:solidFill>
              </a:rPr>
              <a:t>Préhension</a:t>
            </a:r>
          </a:p>
        </p:txBody>
      </p:sp>
      <p:cxnSp>
        <p:nvCxnSpPr>
          <p:cNvPr id="57" name="Connecteur droit avec flèche 56">
            <a:extLst>
              <a:ext uri="{FF2B5EF4-FFF2-40B4-BE49-F238E27FC236}">
                <a16:creationId xmlns:a16="http://schemas.microsoft.com/office/drawing/2014/main" id="{12247080-6145-5825-32E8-EBF13D47F0D2}"/>
              </a:ext>
            </a:extLst>
          </p:cNvPr>
          <p:cNvCxnSpPr>
            <a:cxnSpLocks/>
            <a:stCxn id="56" idx="3"/>
            <a:endCxn id="49" idx="1"/>
          </p:cNvCxnSpPr>
          <p:nvPr/>
        </p:nvCxnSpPr>
        <p:spPr>
          <a:xfrm flipV="1">
            <a:off x="5444434" y="4049202"/>
            <a:ext cx="1283617" cy="7579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Ellipse 39">
            <a:extLst>
              <a:ext uri="{FF2B5EF4-FFF2-40B4-BE49-F238E27FC236}">
                <a16:creationId xmlns:a16="http://schemas.microsoft.com/office/drawing/2014/main" id="{B5686523-DEEF-4E26-94A0-0384829352BB}"/>
              </a:ext>
            </a:extLst>
          </p:cNvPr>
          <p:cNvSpPr/>
          <p:nvPr/>
        </p:nvSpPr>
        <p:spPr>
          <a:xfrm>
            <a:off x="585165" y="4054766"/>
            <a:ext cx="454414" cy="452024"/>
          </a:xfrm>
          <a:prstGeom prst="ellipse">
            <a:avLst/>
          </a:prstGeom>
          <a:noFill/>
          <a:ln w="222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0" name="Rectangle : coins arrondis 49">
            <a:extLst>
              <a:ext uri="{FF2B5EF4-FFF2-40B4-BE49-F238E27FC236}">
                <a16:creationId xmlns:a16="http://schemas.microsoft.com/office/drawing/2014/main" id="{91B41E43-E06C-49CC-B7CC-9632F16BE4DD}"/>
              </a:ext>
            </a:extLst>
          </p:cNvPr>
          <p:cNvSpPr/>
          <p:nvPr/>
        </p:nvSpPr>
        <p:spPr>
          <a:xfrm>
            <a:off x="1662295" y="4413793"/>
            <a:ext cx="208963" cy="179408"/>
          </a:xfrm>
          <a:prstGeom prst="roundRect">
            <a:avLst/>
          </a:prstGeom>
          <a:noFill/>
          <a:ln w="222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Rectangle : coins arrondis 50">
            <a:extLst>
              <a:ext uri="{FF2B5EF4-FFF2-40B4-BE49-F238E27FC236}">
                <a16:creationId xmlns:a16="http://schemas.microsoft.com/office/drawing/2014/main" id="{08B827C7-3C5C-4A85-AA35-F13A67E1F328}"/>
              </a:ext>
            </a:extLst>
          </p:cNvPr>
          <p:cNvSpPr/>
          <p:nvPr/>
        </p:nvSpPr>
        <p:spPr>
          <a:xfrm rot="10800000">
            <a:off x="7572875" y="3276563"/>
            <a:ext cx="454414" cy="186253"/>
          </a:xfrm>
          <a:prstGeom prst="roundRect">
            <a:avLst/>
          </a:prstGeom>
          <a:noFill/>
          <a:ln w="222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Rectangle : coins arrondis 53">
            <a:extLst>
              <a:ext uri="{FF2B5EF4-FFF2-40B4-BE49-F238E27FC236}">
                <a16:creationId xmlns:a16="http://schemas.microsoft.com/office/drawing/2014/main" id="{2910DDE4-1633-48EA-91CC-2569BE62CB5B}"/>
              </a:ext>
            </a:extLst>
          </p:cNvPr>
          <p:cNvSpPr/>
          <p:nvPr/>
        </p:nvSpPr>
        <p:spPr>
          <a:xfrm rot="10800000">
            <a:off x="6008093" y="3277783"/>
            <a:ext cx="454414" cy="186253"/>
          </a:xfrm>
          <a:prstGeom prst="roundRect">
            <a:avLst/>
          </a:prstGeom>
          <a:noFill/>
          <a:ln w="222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68" name="Groupe 67">
            <a:extLst>
              <a:ext uri="{FF2B5EF4-FFF2-40B4-BE49-F238E27FC236}">
                <a16:creationId xmlns:a16="http://schemas.microsoft.com/office/drawing/2014/main" id="{848E96A8-51A2-40BD-8C89-CAA9613E077B}"/>
              </a:ext>
            </a:extLst>
          </p:cNvPr>
          <p:cNvGrpSpPr/>
          <p:nvPr/>
        </p:nvGrpSpPr>
        <p:grpSpPr>
          <a:xfrm>
            <a:off x="98726" y="1450893"/>
            <a:ext cx="667351" cy="1249327"/>
            <a:chOff x="2944061" y="708540"/>
            <a:chExt cx="1334702" cy="2498650"/>
          </a:xfrm>
        </p:grpSpPr>
        <p:sp>
          <p:nvSpPr>
            <p:cNvPr id="64" name="ZoneTexte 63">
              <a:extLst>
                <a:ext uri="{FF2B5EF4-FFF2-40B4-BE49-F238E27FC236}">
                  <a16:creationId xmlns:a16="http://schemas.microsoft.com/office/drawing/2014/main" id="{AB889455-1EB3-4D8D-A526-F21F8A1489C6}"/>
                </a:ext>
              </a:extLst>
            </p:cNvPr>
            <p:cNvSpPr txBox="1"/>
            <p:nvPr/>
          </p:nvSpPr>
          <p:spPr>
            <a:xfrm>
              <a:off x="2946069" y="708540"/>
              <a:ext cx="289998" cy="1046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800" dirty="0"/>
                <a:t>z</a:t>
              </a:r>
            </a:p>
          </p:txBody>
        </p:sp>
        <p:grpSp>
          <p:nvGrpSpPr>
            <p:cNvPr id="67" name="Groupe 66">
              <a:extLst>
                <a:ext uri="{FF2B5EF4-FFF2-40B4-BE49-F238E27FC236}">
                  <a16:creationId xmlns:a16="http://schemas.microsoft.com/office/drawing/2014/main" id="{31A62DF0-EB65-4ADC-9A04-DAAEC0AAD9BE}"/>
                </a:ext>
              </a:extLst>
            </p:cNvPr>
            <p:cNvGrpSpPr/>
            <p:nvPr/>
          </p:nvGrpSpPr>
          <p:grpSpPr>
            <a:xfrm>
              <a:off x="2944061" y="1515279"/>
              <a:ext cx="1334702" cy="1691911"/>
              <a:chOff x="2944061" y="1515279"/>
              <a:chExt cx="1334702" cy="1691911"/>
            </a:xfrm>
          </p:grpSpPr>
          <p:cxnSp>
            <p:nvCxnSpPr>
              <p:cNvPr id="37" name="Connecteur droit avec flèche 36">
                <a:extLst>
                  <a:ext uri="{FF2B5EF4-FFF2-40B4-BE49-F238E27FC236}">
                    <a16:creationId xmlns:a16="http://schemas.microsoft.com/office/drawing/2014/main" id="{B395907B-111D-4E9C-BDC0-5BCA612797D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30381" y="1515279"/>
                <a:ext cx="0" cy="913016"/>
              </a:xfrm>
              <a:prstGeom prst="straightConnector1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Connecteur droit avec flèche 61">
                <a:extLst>
                  <a:ext uri="{FF2B5EF4-FFF2-40B4-BE49-F238E27FC236}">
                    <a16:creationId xmlns:a16="http://schemas.microsoft.com/office/drawing/2014/main" id="{12ECBD67-A3EE-471B-A55D-C32B2B8A5D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30381" y="2428295"/>
                <a:ext cx="918502" cy="6504"/>
              </a:xfrm>
              <a:prstGeom prst="straightConnector1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3" name="Ellipse 62">
                <a:extLst>
                  <a:ext uri="{FF2B5EF4-FFF2-40B4-BE49-F238E27FC236}">
                    <a16:creationId xmlns:a16="http://schemas.microsoft.com/office/drawing/2014/main" id="{26363DB1-36D3-4272-A64F-B194B43D7F4F}"/>
                  </a:ext>
                </a:extLst>
              </p:cNvPr>
              <p:cNvSpPr/>
              <p:nvPr/>
            </p:nvSpPr>
            <p:spPr>
              <a:xfrm>
                <a:off x="3179643" y="2328230"/>
                <a:ext cx="164618" cy="16523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65" name="ZoneTexte 64">
                <a:extLst>
                  <a:ext uri="{FF2B5EF4-FFF2-40B4-BE49-F238E27FC236}">
                    <a16:creationId xmlns:a16="http://schemas.microsoft.com/office/drawing/2014/main" id="{A58A9974-5BD9-4167-8E3A-A50681B0C95A}"/>
                  </a:ext>
                </a:extLst>
              </p:cNvPr>
              <p:cNvSpPr txBox="1"/>
              <p:nvPr/>
            </p:nvSpPr>
            <p:spPr>
              <a:xfrm>
                <a:off x="3988765" y="1789864"/>
                <a:ext cx="289998" cy="1046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2800" dirty="0"/>
                  <a:t>y</a:t>
                </a:r>
              </a:p>
            </p:txBody>
          </p:sp>
          <p:sp>
            <p:nvSpPr>
              <p:cNvPr id="66" name="ZoneTexte 65">
                <a:extLst>
                  <a:ext uri="{FF2B5EF4-FFF2-40B4-BE49-F238E27FC236}">
                    <a16:creationId xmlns:a16="http://schemas.microsoft.com/office/drawing/2014/main" id="{80604789-B75C-42DA-91CE-E995745011E0}"/>
                  </a:ext>
                </a:extLst>
              </p:cNvPr>
              <p:cNvSpPr txBox="1"/>
              <p:nvPr/>
            </p:nvSpPr>
            <p:spPr>
              <a:xfrm>
                <a:off x="2944061" y="2160752"/>
                <a:ext cx="289998" cy="1046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2800" dirty="0"/>
                  <a:t>x</a:t>
                </a:r>
              </a:p>
            </p:txBody>
          </p:sp>
        </p:grpSp>
      </p:grpSp>
      <p:grpSp>
        <p:nvGrpSpPr>
          <p:cNvPr id="44" name="Groupe 43">
            <a:extLst>
              <a:ext uri="{FF2B5EF4-FFF2-40B4-BE49-F238E27FC236}">
                <a16:creationId xmlns:a16="http://schemas.microsoft.com/office/drawing/2014/main" id="{F029D40D-C8FB-CAB3-A3ED-F36D72258748}"/>
              </a:ext>
            </a:extLst>
          </p:cNvPr>
          <p:cNvGrpSpPr/>
          <p:nvPr/>
        </p:nvGrpSpPr>
        <p:grpSpPr>
          <a:xfrm>
            <a:off x="8059237" y="4785858"/>
            <a:ext cx="673852" cy="1293445"/>
            <a:chOff x="2931059" y="627704"/>
            <a:chExt cx="1347704" cy="2586886"/>
          </a:xfrm>
        </p:grpSpPr>
        <p:sp>
          <p:nvSpPr>
            <p:cNvPr id="45" name="ZoneTexte 44">
              <a:extLst>
                <a:ext uri="{FF2B5EF4-FFF2-40B4-BE49-F238E27FC236}">
                  <a16:creationId xmlns:a16="http://schemas.microsoft.com/office/drawing/2014/main" id="{C82D6DCC-6E75-C892-131C-C9682C50821D}"/>
                </a:ext>
              </a:extLst>
            </p:cNvPr>
            <p:cNvSpPr txBox="1"/>
            <p:nvPr/>
          </p:nvSpPr>
          <p:spPr>
            <a:xfrm>
              <a:off x="2931059" y="627704"/>
              <a:ext cx="289998" cy="1046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800" dirty="0"/>
                <a:t>x</a:t>
              </a:r>
            </a:p>
          </p:txBody>
        </p:sp>
        <p:grpSp>
          <p:nvGrpSpPr>
            <p:cNvPr id="52" name="Groupe 51">
              <a:extLst>
                <a:ext uri="{FF2B5EF4-FFF2-40B4-BE49-F238E27FC236}">
                  <a16:creationId xmlns:a16="http://schemas.microsoft.com/office/drawing/2014/main" id="{9CF30EEC-D6C8-F69E-8EFF-70ED6157E995}"/>
                </a:ext>
              </a:extLst>
            </p:cNvPr>
            <p:cNvGrpSpPr/>
            <p:nvPr/>
          </p:nvGrpSpPr>
          <p:grpSpPr>
            <a:xfrm>
              <a:off x="2955501" y="1515279"/>
              <a:ext cx="1323262" cy="1699311"/>
              <a:chOff x="2955501" y="1515279"/>
              <a:chExt cx="1323262" cy="1699311"/>
            </a:xfrm>
          </p:grpSpPr>
          <p:cxnSp>
            <p:nvCxnSpPr>
              <p:cNvPr id="55" name="Connecteur droit avec flèche 54">
                <a:extLst>
                  <a:ext uri="{FF2B5EF4-FFF2-40B4-BE49-F238E27FC236}">
                    <a16:creationId xmlns:a16="http://schemas.microsoft.com/office/drawing/2014/main" id="{FB1BAFD1-5864-DDE8-1396-32684422EE6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30381" y="1515279"/>
                <a:ext cx="0" cy="913016"/>
              </a:xfrm>
              <a:prstGeom prst="straightConnector1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" name="Connecteur droit avec flèche 57">
                <a:extLst>
                  <a:ext uri="{FF2B5EF4-FFF2-40B4-BE49-F238E27FC236}">
                    <a16:creationId xmlns:a16="http://schemas.microsoft.com/office/drawing/2014/main" id="{5E215379-558E-90E5-F924-FC210F29E0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30381" y="2428295"/>
                <a:ext cx="918502" cy="6504"/>
              </a:xfrm>
              <a:prstGeom prst="straightConnector1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9" name="Ellipse 58">
                <a:extLst>
                  <a:ext uri="{FF2B5EF4-FFF2-40B4-BE49-F238E27FC236}">
                    <a16:creationId xmlns:a16="http://schemas.microsoft.com/office/drawing/2014/main" id="{4C806141-3D1F-4BC2-B165-AB8668CA8F29}"/>
                  </a:ext>
                </a:extLst>
              </p:cNvPr>
              <p:cNvSpPr/>
              <p:nvPr/>
            </p:nvSpPr>
            <p:spPr>
              <a:xfrm>
                <a:off x="3164403" y="2343469"/>
                <a:ext cx="164618" cy="165236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60" name="ZoneTexte 59">
                <a:extLst>
                  <a:ext uri="{FF2B5EF4-FFF2-40B4-BE49-F238E27FC236}">
                    <a16:creationId xmlns:a16="http://schemas.microsoft.com/office/drawing/2014/main" id="{2F3DD486-6D07-5711-5E26-EEEA95969773}"/>
                  </a:ext>
                </a:extLst>
              </p:cNvPr>
              <p:cNvSpPr txBox="1"/>
              <p:nvPr/>
            </p:nvSpPr>
            <p:spPr>
              <a:xfrm>
                <a:off x="3988765" y="1789864"/>
                <a:ext cx="289998" cy="1046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2800" dirty="0"/>
                  <a:t>y</a:t>
                </a:r>
              </a:p>
            </p:txBody>
          </p:sp>
          <p:sp>
            <p:nvSpPr>
              <p:cNvPr id="61" name="ZoneTexte 60">
                <a:extLst>
                  <a:ext uri="{FF2B5EF4-FFF2-40B4-BE49-F238E27FC236}">
                    <a16:creationId xmlns:a16="http://schemas.microsoft.com/office/drawing/2014/main" id="{E320E5B6-61AB-7F9B-2418-85B6E5FD7E30}"/>
                  </a:ext>
                </a:extLst>
              </p:cNvPr>
              <p:cNvSpPr txBox="1"/>
              <p:nvPr/>
            </p:nvSpPr>
            <p:spPr>
              <a:xfrm>
                <a:off x="2955501" y="2168152"/>
                <a:ext cx="289998" cy="1046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2800" dirty="0"/>
                  <a:t>z</a:t>
                </a:r>
              </a:p>
            </p:txBody>
          </p:sp>
        </p:grpSp>
      </p:grpSp>
      <p:cxnSp>
        <p:nvCxnSpPr>
          <p:cNvPr id="77" name="Connecteur droit 76">
            <a:extLst>
              <a:ext uri="{FF2B5EF4-FFF2-40B4-BE49-F238E27FC236}">
                <a16:creationId xmlns:a16="http://schemas.microsoft.com/office/drawing/2014/main" id="{0A7A31E6-8C69-82BE-CE19-9CA0C754F6A7}"/>
              </a:ext>
            </a:extLst>
          </p:cNvPr>
          <p:cNvCxnSpPr>
            <a:cxnSpLocks/>
          </p:cNvCxnSpPr>
          <p:nvPr/>
        </p:nvCxnSpPr>
        <p:spPr>
          <a:xfrm flipH="1">
            <a:off x="8188929" y="5657908"/>
            <a:ext cx="51506" cy="53201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eur droit 84">
            <a:extLst>
              <a:ext uri="{FF2B5EF4-FFF2-40B4-BE49-F238E27FC236}">
                <a16:creationId xmlns:a16="http://schemas.microsoft.com/office/drawing/2014/main" id="{F03D3A71-5778-9A8F-7F01-70CD00E85FC4}"/>
              </a:ext>
            </a:extLst>
          </p:cNvPr>
          <p:cNvCxnSpPr>
            <a:cxnSpLocks/>
          </p:cNvCxnSpPr>
          <p:nvPr/>
        </p:nvCxnSpPr>
        <p:spPr>
          <a:xfrm rot="5640000" flipH="1">
            <a:off x="8188923" y="5662668"/>
            <a:ext cx="51506" cy="5320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riangle isocèle 87">
            <a:extLst>
              <a:ext uri="{FF2B5EF4-FFF2-40B4-BE49-F238E27FC236}">
                <a16:creationId xmlns:a16="http://schemas.microsoft.com/office/drawing/2014/main" id="{95B52D9F-C666-618A-6D28-60DBCC246E1D}"/>
              </a:ext>
            </a:extLst>
          </p:cNvPr>
          <p:cNvSpPr/>
          <p:nvPr/>
        </p:nvSpPr>
        <p:spPr>
          <a:xfrm rot="5400000">
            <a:off x="7117479" y="2586993"/>
            <a:ext cx="90596" cy="127670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9" name="Triangle isocèle 88">
            <a:extLst>
              <a:ext uri="{FF2B5EF4-FFF2-40B4-BE49-F238E27FC236}">
                <a16:creationId xmlns:a16="http://schemas.microsoft.com/office/drawing/2014/main" id="{E69F132C-7F75-E23E-EFE3-0D42C7C20498}"/>
              </a:ext>
            </a:extLst>
          </p:cNvPr>
          <p:cNvSpPr/>
          <p:nvPr/>
        </p:nvSpPr>
        <p:spPr>
          <a:xfrm rot="5400000">
            <a:off x="7125400" y="4917740"/>
            <a:ext cx="90596" cy="127670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0" name="Triangle isocèle 89">
            <a:extLst>
              <a:ext uri="{FF2B5EF4-FFF2-40B4-BE49-F238E27FC236}">
                <a16:creationId xmlns:a16="http://schemas.microsoft.com/office/drawing/2014/main" id="{CC5FD6EA-D762-9370-6346-B8CDE21E2BF1}"/>
              </a:ext>
            </a:extLst>
          </p:cNvPr>
          <p:cNvSpPr/>
          <p:nvPr/>
        </p:nvSpPr>
        <p:spPr>
          <a:xfrm rot="10800000">
            <a:off x="7760396" y="3458251"/>
            <a:ext cx="90596" cy="127670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1" name="Triangle isocèle 90">
            <a:extLst>
              <a:ext uri="{FF2B5EF4-FFF2-40B4-BE49-F238E27FC236}">
                <a16:creationId xmlns:a16="http://schemas.microsoft.com/office/drawing/2014/main" id="{CB8E8959-3BD1-7434-D063-7BFB4A2C5262}"/>
              </a:ext>
            </a:extLst>
          </p:cNvPr>
          <p:cNvSpPr/>
          <p:nvPr/>
        </p:nvSpPr>
        <p:spPr>
          <a:xfrm rot="10800000">
            <a:off x="6189418" y="3464698"/>
            <a:ext cx="90596" cy="127670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2" name="Triangle isocèle 91">
            <a:extLst>
              <a:ext uri="{FF2B5EF4-FFF2-40B4-BE49-F238E27FC236}">
                <a16:creationId xmlns:a16="http://schemas.microsoft.com/office/drawing/2014/main" id="{02F21450-876E-02E2-4AE4-215A80C172B9}"/>
              </a:ext>
            </a:extLst>
          </p:cNvPr>
          <p:cNvSpPr/>
          <p:nvPr/>
        </p:nvSpPr>
        <p:spPr>
          <a:xfrm rot="-5400000">
            <a:off x="1555759" y="3903165"/>
            <a:ext cx="90596" cy="140437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3" name="ZoneTexte 92">
            <a:extLst>
              <a:ext uri="{FF2B5EF4-FFF2-40B4-BE49-F238E27FC236}">
                <a16:creationId xmlns:a16="http://schemas.microsoft.com/office/drawing/2014/main" id="{0C4EF9F3-1704-1560-0E52-ADAD6E72E589}"/>
              </a:ext>
            </a:extLst>
          </p:cNvPr>
          <p:cNvSpPr txBox="1"/>
          <p:nvPr/>
        </p:nvSpPr>
        <p:spPr>
          <a:xfrm>
            <a:off x="529857" y="5890159"/>
            <a:ext cx="24182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latin typeface="PT Serif" panose="020A0603040505020204" pitchFamily="18" charset="0"/>
              </a:rPr>
              <a:t>Vue de face</a:t>
            </a:r>
          </a:p>
        </p:txBody>
      </p:sp>
      <p:sp>
        <p:nvSpPr>
          <p:cNvPr id="94" name="ZoneTexte 93">
            <a:extLst>
              <a:ext uri="{FF2B5EF4-FFF2-40B4-BE49-F238E27FC236}">
                <a16:creationId xmlns:a16="http://schemas.microsoft.com/office/drawing/2014/main" id="{698EC5AA-CFA5-062B-582C-2FCF615EDDF7}"/>
              </a:ext>
            </a:extLst>
          </p:cNvPr>
          <p:cNvSpPr txBox="1"/>
          <p:nvPr/>
        </p:nvSpPr>
        <p:spPr>
          <a:xfrm>
            <a:off x="5820813" y="5851577"/>
            <a:ext cx="24182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latin typeface="PT Serif" panose="020A0603040505020204" pitchFamily="18" charset="0"/>
              </a:rPr>
              <a:t>Vue de dessous</a:t>
            </a:r>
          </a:p>
        </p:txBody>
      </p:sp>
    </p:spTree>
    <p:extLst>
      <p:ext uri="{BB962C8B-B14F-4D97-AF65-F5344CB8AC3E}">
        <p14:creationId xmlns:p14="http://schemas.microsoft.com/office/powerpoint/2010/main" val="2324983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CD2C1-8909-03F7-7754-0DFD64ADD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2D6B585-6019-C201-4C10-E36037D07C33}"/>
              </a:ext>
            </a:extLst>
          </p:cNvPr>
          <p:cNvSpPr/>
          <p:nvPr/>
        </p:nvSpPr>
        <p:spPr>
          <a:xfrm>
            <a:off x="0" y="0"/>
            <a:ext cx="4572000" cy="936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306934-79D1-7B6D-5935-D28770083EA0}"/>
              </a:ext>
            </a:extLst>
          </p:cNvPr>
          <p:cNvSpPr/>
          <p:nvPr/>
        </p:nvSpPr>
        <p:spPr>
          <a:xfrm>
            <a:off x="4572000" y="0"/>
            <a:ext cx="4572000" cy="936000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A04AD4-3D55-52EF-3C1B-667CE7ABF95E}"/>
              </a:ext>
            </a:extLst>
          </p:cNvPr>
          <p:cNvSpPr/>
          <p:nvPr/>
        </p:nvSpPr>
        <p:spPr>
          <a:xfrm>
            <a:off x="0" y="6570000"/>
            <a:ext cx="4572000" cy="2880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D07F05-4450-0604-E201-412EADB9582F}"/>
              </a:ext>
            </a:extLst>
          </p:cNvPr>
          <p:cNvSpPr/>
          <p:nvPr/>
        </p:nvSpPr>
        <p:spPr>
          <a:xfrm>
            <a:off x="4572000" y="6570000"/>
            <a:ext cx="4572000" cy="288000"/>
          </a:xfrm>
          <a:prstGeom prst="rect">
            <a:avLst/>
          </a:prstGeom>
          <a:solidFill>
            <a:srgbClr val="3333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9232D822-78DA-F2DA-99C3-CFAE50D82BB8}"/>
              </a:ext>
            </a:extLst>
          </p:cNvPr>
          <p:cNvSpPr txBox="1"/>
          <p:nvPr/>
        </p:nvSpPr>
        <p:spPr>
          <a:xfrm>
            <a:off x="8574656" y="283334"/>
            <a:ext cx="336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BFAE67-229B-CE13-D6ED-2C723DEFC789}"/>
              </a:ext>
            </a:extLst>
          </p:cNvPr>
          <p:cNvSpPr/>
          <p:nvPr/>
        </p:nvSpPr>
        <p:spPr>
          <a:xfrm>
            <a:off x="0" y="918263"/>
            <a:ext cx="9144000" cy="638355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100000">
                <a:srgbClr val="3333B2"/>
              </a:gs>
            </a:gsLst>
            <a:lin ang="108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EBAE6F2-A970-CAB9-1DD4-77E0DDF3F876}"/>
              </a:ext>
            </a:extLst>
          </p:cNvPr>
          <p:cNvSpPr txBox="1"/>
          <p:nvPr/>
        </p:nvSpPr>
        <p:spPr>
          <a:xfrm>
            <a:off x="237224" y="1006423"/>
            <a:ext cx="5951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FFFFF"/>
                </a:solidFill>
              </a:rPr>
              <a:t>Choix de la cinématique – </a:t>
            </a:r>
            <a:r>
              <a:rPr lang="fr-FR" sz="2400" b="1" dirty="0">
                <a:solidFill>
                  <a:schemeClr val="bg1"/>
                </a:solidFill>
              </a:rPr>
              <a:t>Équipe 3</a:t>
            </a:r>
            <a:endParaRPr lang="fr-FR" sz="2400" b="1" dirty="0">
              <a:solidFill>
                <a:srgbClr val="FFFFFF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96BF002-CF54-0D29-C908-F251287EE04A}"/>
              </a:ext>
            </a:extLst>
          </p:cNvPr>
          <p:cNvSpPr txBox="1"/>
          <p:nvPr/>
        </p:nvSpPr>
        <p:spPr>
          <a:xfrm>
            <a:off x="707366" y="0"/>
            <a:ext cx="38646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400" b="1" dirty="0">
                <a:solidFill>
                  <a:schemeClr val="bg1"/>
                </a:solidFill>
              </a:rPr>
              <a:t>Étude théorique</a:t>
            </a:r>
          </a:p>
          <a:p>
            <a:pPr algn="r"/>
            <a:r>
              <a:rPr lang="fr-FR" sz="1400" b="1" dirty="0">
                <a:solidFill>
                  <a:srgbClr val="666664"/>
                </a:solidFill>
              </a:rPr>
              <a:t>Étude pratique sur le moteur actuel</a:t>
            </a:r>
          </a:p>
          <a:p>
            <a:pPr algn="r"/>
            <a:r>
              <a:rPr lang="fr-FR" sz="1400" b="1" dirty="0">
                <a:solidFill>
                  <a:srgbClr val="666664"/>
                </a:solidFill>
              </a:rPr>
              <a:t>Recherche de nouveaux moteurs et variateurs</a:t>
            </a:r>
          </a:p>
          <a:p>
            <a:pPr algn="r"/>
            <a:r>
              <a:rPr lang="fr-FR" sz="1400" b="1" dirty="0">
                <a:solidFill>
                  <a:srgbClr val="666664"/>
                </a:solidFill>
              </a:rPr>
              <a:t>Conclusion et annexes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8440404-1A99-E65F-6C6A-D72DFD424AC0}"/>
              </a:ext>
            </a:extLst>
          </p:cNvPr>
          <p:cNvSpPr txBox="1"/>
          <p:nvPr/>
        </p:nvSpPr>
        <p:spPr>
          <a:xfrm>
            <a:off x="1922073" y="6569338"/>
            <a:ext cx="2313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400" b="1" dirty="0">
                <a:solidFill>
                  <a:srgbClr val="FFFFFF"/>
                </a:solidFill>
              </a:rPr>
              <a:t>Défi SAPHIRE 2024-2025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E17AED0-8530-5B7D-F3B1-44C19F39A31E}"/>
              </a:ext>
            </a:extLst>
          </p:cNvPr>
          <p:cNvSpPr txBox="1"/>
          <p:nvPr/>
        </p:nvSpPr>
        <p:spPr>
          <a:xfrm>
            <a:off x="4908428" y="6569338"/>
            <a:ext cx="39250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solidFill>
                  <a:schemeClr val="bg1"/>
                </a:solidFill>
              </a:rPr>
              <a:t>Projet CoBRA : Cinématique</a:t>
            </a:r>
          </a:p>
        </p:txBody>
      </p:sp>
      <p:graphicFrame>
        <p:nvGraphicFramePr>
          <p:cNvPr id="58" name="Tableau 10">
            <a:extLst>
              <a:ext uri="{FF2B5EF4-FFF2-40B4-BE49-F238E27FC236}">
                <a16:creationId xmlns:a16="http://schemas.microsoft.com/office/drawing/2014/main" id="{F7DBC37E-FA91-4E99-9D11-3A24643AC2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548206"/>
              </p:ext>
            </p:extLst>
          </p:nvPr>
        </p:nvGraphicFramePr>
        <p:xfrm>
          <a:off x="627478" y="2291212"/>
          <a:ext cx="7889044" cy="35428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4522">
                  <a:extLst>
                    <a:ext uri="{9D8B030D-6E8A-4147-A177-3AD203B41FA5}">
                      <a16:colId xmlns:a16="http://schemas.microsoft.com/office/drawing/2014/main" val="2626514123"/>
                    </a:ext>
                  </a:extLst>
                </a:gridCol>
                <a:gridCol w="3944522">
                  <a:extLst>
                    <a:ext uri="{9D8B030D-6E8A-4147-A177-3AD203B41FA5}">
                      <a16:colId xmlns:a16="http://schemas.microsoft.com/office/drawing/2014/main" val="3314338661"/>
                    </a:ext>
                  </a:extLst>
                </a:gridCol>
              </a:tblGrid>
              <a:tr h="479917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Avantages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Inconvénients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9678277"/>
                  </a:ext>
                </a:extLst>
              </a:tr>
              <a:tr h="8283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4 mobilités dont déplacement latéral important pour le positionnement lors de la préhension</a:t>
                      </a:r>
                    </a:p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5 moteurs → masse supplémentaire</a:t>
                      </a:r>
                    </a:p>
                    <a:p>
                      <a:r>
                        <a:rPr lang="fr-FR" dirty="0"/>
                        <a:t>5 moteurs pour 4 mobilités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6422081"/>
                  </a:ext>
                </a:extLst>
              </a:tr>
              <a:tr h="479917">
                <a:tc>
                  <a:txBody>
                    <a:bodyPr/>
                    <a:lstStyle/>
                    <a:p>
                      <a:r>
                        <a:rPr lang="fr-FR" dirty="0"/>
                        <a:t>Système robuste (rigide, fiable)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679070"/>
                  </a:ext>
                </a:extLst>
              </a:tr>
              <a:tr h="479917">
                <a:tc>
                  <a:txBody>
                    <a:bodyPr/>
                    <a:lstStyle/>
                    <a:p>
                      <a:r>
                        <a:rPr lang="fr-FR" dirty="0"/>
                        <a:t>Dégagement de la zone de préhension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Moteur supplémentaire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6695075"/>
                  </a:ext>
                </a:extLst>
              </a:tr>
              <a:tr h="479917">
                <a:tc>
                  <a:txBody>
                    <a:bodyPr/>
                    <a:lstStyle/>
                    <a:p>
                      <a:r>
                        <a:rPr lang="fr-FR" dirty="0"/>
                        <a:t>Positionnement des moteurs d’avance pour une meilleure efficacité, meilleure stabilité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Structure supplémentaire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2754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6867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04ADF-47D3-DA21-0A7E-3C27A7D43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D8DB367-9399-FF18-480C-660358A3FB14}"/>
              </a:ext>
            </a:extLst>
          </p:cNvPr>
          <p:cNvSpPr/>
          <p:nvPr/>
        </p:nvSpPr>
        <p:spPr>
          <a:xfrm>
            <a:off x="0" y="0"/>
            <a:ext cx="4572000" cy="936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D1319E-17C6-C561-1763-4E592EE38ED1}"/>
              </a:ext>
            </a:extLst>
          </p:cNvPr>
          <p:cNvSpPr/>
          <p:nvPr/>
        </p:nvSpPr>
        <p:spPr>
          <a:xfrm>
            <a:off x="4572000" y="0"/>
            <a:ext cx="4572000" cy="936000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9B65E3-FCF3-EEE8-5083-1F553D5DD2B7}"/>
              </a:ext>
            </a:extLst>
          </p:cNvPr>
          <p:cNvSpPr/>
          <p:nvPr/>
        </p:nvSpPr>
        <p:spPr>
          <a:xfrm>
            <a:off x="0" y="6570000"/>
            <a:ext cx="4572000" cy="2880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E2659-AACD-B0A1-1DDB-713C696442D1}"/>
              </a:ext>
            </a:extLst>
          </p:cNvPr>
          <p:cNvSpPr/>
          <p:nvPr/>
        </p:nvSpPr>
        <p:spPr>
          <a:xfrm>
            <a:off x="4572000" y="6570000"/>
            <a:ext cx="4572000" cy="288000"/>
          </a:xfrm>
          <a:prstGeom prst="rect">
            <a:avLst/>
          </a:prstGeom>
          <a:solidFill>
            <a:srgbClr val="3333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58B65417-4191-1CF2-9D66-94200C65A2D0}"/>
              </a:ext>
            </a:extLst>
          </p:cNvPr>
          <p:cNvSpPr txBox="1"/>
          <p:nvPr/>
        </p:nvSpPr>
        <p:spPr>
          <a:xfrm>
            <a:off x="8574656" y="283334"/>
            <a:ext cx="336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E00FCA-B174-DA6A-9972-6E135C1CE5DD}"/>
              </a:ext>
            </a:extLst>
          </p:cNvPr>
          <p:cNvSpPr/>
          <p:nvPr/>
        </p:nvSpPr>
        <p:spPr>
          <a:xfrm>
            <a:off x="0" y="918263"/>
            <a:ext cx="9144000" cy="638355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100000">
                <a:srgbClr val="3333B2"/>
              </a:gs>
            </a:gsLst>
            <a:lin ang="108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F07D46D-45C5-EE0F-1D80-13FB54583494}"/>
              </a:ext>
            </a:extLst>
          </p:cNvPr>
          <p:cNvSpPr txBox="1"/>
          <p:nvPr/>
        </p:nvSpPr>
        <p:spPr>
          <a:xfrm>
            <a:off x="237224" y="1006423"/>
            <a:ext cx="64880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fr-FR" sz="2400" dirty="0">
                <a:solidFill>
                  <a:schemeClr val="bg1"/>
                </a:solidFill>
              </a:rPr>
              <a:t>III.	Recherche de nouveaux moteurs et variateurs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8A1CB03-4722-3F78-3DD3-2A57D18811E0}"/>
              </a:ext>
            </a:extLst>
          </p:cNvPr>
          <p:cNvSpPr txBox="1"/>
          <p:nvPr/>
        </p:nvSpPr>
        <p:spPr>
          <a:xfrm>
            <a:off x="707366" y="0"/>
            <a:ext cx="38646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400" b="1" dirty="0">
                <a:solidFill>
                  <a:srgbClr val="666664"/>
                </a:solidFill>
              </a:rPr>
              <a:t>Étude théorique</a:t>
            </a:r>
          </a:p>
          <a:p>
            <a:pPr algn="r"/>
            <a:r>
              <a:rPr lang="fr-FR" sz="1400" b="1" dirty="0">
                <a:solidFill>
                  <a:srgbClr val="666664"/>
                </a:solidFill>
              </a:rPr>
              <a:t>Étude pratique sur le moteur actuel</a:t>
            </a:r>
          </a:p>
          <a:p>
            <a:pPr algn="r"/>
            <a:r>
              <a:rPr lang="fr-FR" sz="1400" b="1" dirty="0">
                <a:solidFill>
                  <a:schemeClr val="bg1"/>
                </a:solidFill>
              </a:rPr>
              <a:t>Recherche de nouveaux moteurs et variateurs</a:t>
            </a:r>
          </a:p>
          <a:p>
            <a:pPr algn="r"/>
            <a:r>
              <a:rPr lang="fr-FR" sz="1400" b="1" dirty="0">
                <a:solidFill>
                  <a:srgbClr val="666664"/>
                </a:solidFill>
              </a:rPr>
              <a:t>Conclusion et annexes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37C971C-B2F8-F3E7-4202-315EC4A5D67B}"/>
              </a:ext>
            </a:extLst>
          </p:cNvPr>
          <p:cNvSpPr txBox="1"/>
          <p:nvPr/>
        </p:nvSpPr>
        <p:spPr>
          <a:xfrm>
            <a:off x="1922073" y="6569338"/>
            <a:ext cx="2313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400" b="1" dirty="0">
                <a:solidFill>
                  <a:srgbClr val="FFFFFF"/>
                </a:solidFill>
              </a:rPr>
              <a:t>Défi SAPHIRE 2024-2025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6578A6A-7325-91FB-4A86-BD68B7F6B109}"/>
              </a:ext>
            </a:extLst>
          </p:cNvPr>
          <p:cNvSpPr txBox="1"/>
          <p:nvPr/>
        </p:nvSpPr>
        <p:spPr>
          <a:xfrm>
            <a:off x="4908428" y="6569338"/>
            <a:ext cx="39250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solidFill>
                  <a:schemeClr val="bg1"/>
                </a:solidFill>
              </a:rPr>
              <a:t>Projet CoBRA : Cinématique</a:t>
            </a:r>
          </a:p>
        </p:txBody>
      </p:sp>
      <p:graphicFrame>
        <p:nvGraphicFramePr>
          <p:cNvPr id="15" name="Tableau 15">
            <a:extLst>
              <a:ext uri="{FF2B5EF4-FFF2-40B4-BE49-F238E27FC236}">
                <a16:creationId xmlns:a16="http://schemas.microsoft.com/office/drawing/2014/main" id="{0696ABAC-165D-4158-AC50-D49239639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9151489"/>
              </p:ext>
            </p:extLst>
          </p:nvPr>
        </p:nvGraphicFramePr>
        <p:xfrm>
          <a:off x="1524000" y="1822215"/>
          <a:ext cx="6096000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9595543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5773358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835559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Cahier des charges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Critères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Niveaux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8825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Vitesse</a:t>
                      </a:r>
                    </a:p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Maximum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3km/h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8326172"/>
                  </a:ext>
                </a:extLst>
              </a:tr>
            </a:tbl>
          </a:graphicData>
        </a:graphic>
      </p:graphicFrame>
      <p:pic>
        <p:nvPicPr>
          <p:cNvPr id="17" name="Image 16">
            <a:extLst>
              <a:ext uri="{FF2B5EF4-FFF2-40B4-BE49-F238E27FC236}">
                <a16:creationId xmlns:a16="http://schemas.microsoft.com/office/drawing/2014/main" id="{64458627-4E0E-45DE-896D-3609B98542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2990" y="3910264"/>
            <a:ext cx="2190750" cy="428625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033637F7-B254-4755-A0FF-E45200162F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3526" y="4048678"/>
            <a:ext cx="914400" cy="209550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F97D2B1E-BF78-4C01-9058-9A37253D3C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8804" y="4024866"/>
            <a:ext cx="1066800" cy="257175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9A3881DF-0756-4C76-9C39-7B45B967CB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8303" y="4814456"/>
            <a:ext cx="1000125" cy="20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479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04ADF-47D3-DA21-0A7E-3C27A7D43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D8DB367-9399-FF18-480C-660358A3FB14}"/>
              </a:ext>
            </a:extLst>
          </p:cNvPr>
          <p:cNvSpPr/>
          <p:nvPr/>
        </p:nvSpPr>
        <p:spPr>
          <a:xfrm>
            <a:off x="0" y="0"/>
            <a:ext cx="4572000" cy="936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D1319E-17C6-C561-1763-4E592EE38ED1}"/>
              </a:ext>
            </a:extLst>
          </p:cNvPr>
          <p:cNvSpPr/>
          <p:nvPr/>
        </p:nvSpPr>
        <p:spPr>
          <a:xfrm>
            <a:off x="4572000" y="0"/>
            <a:ext cx="4572000" cy="936000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9B65E3-FCF3-EEE8-5083-1F553D5DD2B7}"/>
              </a:ext>
            </a:extLst>
          </p:cNvPr>
          <p:cNvSpPr/>
          <p:nvPr/>
        </p:nvSpPr>
        <p:spPr>
          <a:xfrm>
            <a:off x="0" y="6570000"/>
            <a:ext cx="4572000" cy="2880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E2659-AACD-B0A1-1DDB-713C696442D1}"/>
              </a:ext>
            </a:extLst>
          </p:cNvPr>
          <p:cNvSpPr/>
          <p:nvPr/>
        </p:nvSpPr>
        <p:spPr>
          <a:xfrm>
            <a:off x="4572000" y="6570000"/>
            <a:ext cx="4572000" cy="288000"/>
          </a:xfrm>
          <a:prstGeom prst="rect">
            <a:avLst/>
          </a:prstGeom>
          <a:solidFill>
            <a:srgbClr val="3333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58B65417-4191-1CF2-9D66-94200C65A2D0}"/>
              </a:ext>
            </a:extLst>
          </p:cNvPr>
          <p:cNvSpPr txBox="1"/>
          <p:nvPr/>
        </p:nvSpPr>
        <p:spPr>
          <a:xfrm>
            <a:off x="8574656" y="283334"/>
            <a:ext cx="336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E00FCA-B174-DA6A-9972-6E135C1CE5DD}"/>
              </a:ext>
            </a:extLst>
          </p:cNvPr>
          <p:cNvSpPr/>
          <p:nvPr/>
        </p:nvSpPr>
        <p:spPr>
          <a:xfrm>
            <a:off x="0" y="918263"/>
            <a:ext cx="9144000" cy="638355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100000">
                <a:srgbClr val="3333B2"/>
              </a:gs>
            </a:gsLst>
            <a:lin ang="108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F07D46D-45C5-EE0F-1D80-13FB54583494}"/>
              </a:ext>
            </a:extLst>
          </p:cNvPr>
          <p:cNvSpPr txBox="1"/>
          <p:nvPr/>
        </p:nvSpPr>
        <p:spPr>
          <a:xfrm>
            <a:off x="237224" y="1006423"/>
            <a:ext cx="64880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fr-FR" sz="2400" dirty="0">
                <a:solidFill>
                  <a:schemeClr val="bg1"/>
                </a:solidFill>
              </a:rPr>
              <a:t>III.	Recherche de nouveaux moteurs et variateurs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8A1CB03-4722-3F78-3DD3-2A57D18811E0}"/>
              </a:ext>
            </a:extLst>
          </p:cNvPr>
          <p:cNvSpPr txBox="1"/>
          <p:nvPr/>
        </p:nvSpPr>
        <p:spPr>
          <a:xfrm>
            <a:off x="707366" y="0"/>
            <a:ext cx="38646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400" b="1" dirty="0">
                <a:solidFill>
                  <a:srgbClr val="666664"/>
                </a:solidFill>
              </a:rPr>
              <a:t>Étude théorique</a:t>
            </a:r>
          </a:p>
          <a:p>
            <a:pPr algn="r"/>
            <a:r>
              <a:rPr lang="fr-FR" sz="1400" b="1" dirty="0">
                <a:solidFill>
                  <a:srgbClr val="666664"/>
                </a:solidFill>
              </a:rPr>
              <a:t>Étude pratique sur le moteur actuel</a:t>
            </a:r>
          </a:p>
          <a:p>
            <a:pPr algn="r"/>
            <a:r>
              <a:rPr lang="fr-FR" sz="1400" b="1" dirty="0">
                <a:solidFill>
                  <a:schemeClr val="bg1"/>
                </a:solidFill>
              </a:rPr>
              <a:t>Recherche de nouveaux moteurs et variateurs</a:t>
            </a:r>
          </a:p>
          <a:p>
            <a:pPr algn="r"/>
            <a:r>
              <a:rPr lang="fr-FR" sz="1400" b="1" dirty="0">
                <a:solidFill>
                  <a:srgbClr val="666664"/>
                </a:solidFill>
              </a:rPr>
              <a:t>Conclusion et annexes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37C971C-B2F8-F3E7-4202-315EC4A5D67B}"/>
              </a:ext>
            </a:extLst>
          </p:cNvPr>
          <p:cNvSpPr txBox="1"/>
          <p:nvPr/>
        </p:nvSpPr>
        <p:spPr>
          <a:xfrm>
            <a:off x="1922073" y="6569338"/>
            <a:ext cx="2313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400" b="1" dirty="0">
                <a:solidFill>
                  <a:srgbClr val="FFFFFF"/>
                </a:solidFill>
              </a:rPr>
              <a:t>Défi SAPHIRE 2024-2025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6578A6A-7325-91FB-4A86-BD68B7F6B109}"/>
              </a:ext>
            </a:extLst>
          </p:cNvPr>
          <p:cNvSpPr txBox="1"/>
          <p:nvPr/>
        </p:nvSpPr>
        <p:spPr>
          <a:xfrm>
            <a:off x="4908428" y="6569338"/>
            <a:ext cx="39250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solidFill>
                  <a:schemeClr val="bg1"/>
                </a:solidFill>
              </a:rPr>
              <a:t>Projet CoBRA : Cinématique</a:t>
            </a:r>
          </a:p>
        </p:txBody>
      </p:sp>
      <p:graphicFrame>
        <p:nvGraphicFramePr>
          <p:cNvPr id="8" name="Tableau 10">
            <a:extLst>
              <a:ext uri="{FF2B5EF4-FFF2-40B4-BE49-F238E27FC236}">
                <a16:creationId xmlns:a16="http://schemas.microsoft.com/office/drawing/2014/main" id="{4185554E-31FD-467B-B916-0200B04C99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820239"/>
              </p:ext>
            </p:extLst>
          </p:nvPr>
        </p:nvGraphicFramePr>
        <p:xfrm>
          <a:off x="1389992" y="2035503"/>
          <a:ext cx="6863256" cy="283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7752">
                  <a:extLst>
                    <a:ext uri="{9D8B030D-6E8A-4147-A177-3AD203B41FA5}">
                      <a16:colId xmlns:a16="http://schemas.microsoft.com/office/drawing/2014/main" val="727677913"/>
                    </a:ext>
                  </a:extLst>
                </a:gridCol>
                <a:gridCol w="2287752">
                  <a:extLst>
                    <a:ext uri="{9D8B030D-6E8A-4147-A177-3AD203B41FA5}">
                      <a16:colId xmlns:a16="http://schemas.microsoft.com/office/drawing/2014/main" val="2819072444"/>
                    </a:ext>
                  </a:extLst>
                </a:gridCol>
                <a:gridCol w="2287752">
                  <a:extLst>
                    <a:ext uri="{9D8B030D-6E8A-4147-A177-3AD203B41FA5}">
                      <a16:colId xmlns:a16="http://schemas.microsoft.com/office/drawing/2014/main" val="21627325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Pulsar </a:t>
                      </a:r>
                      <a:r>
                        <a:rPr lang="fr-FR" dirty="0" err="1"/>
                        <a:t>Choki</a:t>
                      </a:r>
                      <a:r>
                        <a:rPr lang="fr-FR" dirty="0"/>
                        <a:t> Pro 2200KV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Nouveau Moteur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AS2303 F3P 2300 KV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1344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m=29g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Réduction de masse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m=16,9g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2821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Puissance surdimensionnée, 2200KV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Puissance moindre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2300KV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72899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Variateur simple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Commande double variateur </a:t>
                      </a:r>
                    </a:p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QuicRun-WP-Mini25-ESC_Manual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7877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1988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04ADF-47D3-DA21-0A7E-3C27A7D43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D8DB367-9399-FF18-480C-660358A3FB14}"/>
              </a:ext>
            </a:extLst>
          </p:cNvPr>
          <p:cNvSpPr/>
          <p:nvPr/>
        </p:nvSpPr>
        <p:spPr>
          <a:xfrm>
            <a:off x="0" y="0"/>
            <a:ext cx="4572000" cy="936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D1319E-17C6-C561-1763-4E592EE38ED1}"/>
              </a:ext>
            </a:extLst>
          </p:cNvPr>
          <p:cNvSpPr/>
          <p:nvPr/>
        </p:nvSpPr>
        <p:spPr>
          <a:xfrm>
            <a:off x="4572000" y="0"/>
            <a:ext cx="4572000" cy="936000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9B65E3-FCF3-EEE8-5083-1F553D5DD2B7}"/>
              </a:ext>
            </a:extLst>
          </p:cNvPr>
          <p:cNvSpPr/>
          <p:nvPr/>
        </p:nvSpPr>
        <p:spPr>
          <a:xfrm>
            <a:off x="0" y="6570000"/>
            <a:ext cx="4572000" cy="2880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E2659-AACD-B0A1-1DDB-713C696442D1}"/>
              </a:ext>
            </a:extLst>
          </p:cNvPr>
          <p:cNvSpPr/>
          <p:nvPr/>
        </p:nvSpPr>
        <p:spPr>
          <a:xfrm>
            <a:off x="4572000" y="6570000"/>
            <a:ext cx="4572000" cy="288000"/>
          </a:xfrm>
          <a:prstGeom prst="rect">
            <a:avLst/>
          </a:prstGeom>
          <a:solidFill>
            <a:srgbClr val="3333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58B65417-4191-1CF2-9D66-94200C65A2D0}"/>
              </a:ext>
            </a:extLst>
          </p:cNvPr>
          <p:cNvSpPr txBox="1"/>
          <p:nvPr/>
        </p:nvSpPr>
        <p:spPr>
          <a:xfrm>
            <a:off x="8574656" y="283334"/>
            <a:ext cx="336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E00FCA-B174-DA6A-9972-6E135C1CE5DD}"/>
              </a:ext>
            </a:extLst>
          </p:cNvPr>
          <p:cNvSpPr/>
          <p:nvPr/>
        </p:nvSpPr>
        <p:spPr>
          <a:xfrm>
            <a:off x="0" y="918263"/>
            <a:ext cx="9144000" cy="638355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100000">
                <a:srgbClr val="3333B2"/>
              </a:gs>
            </a:gsLst>
            <a:lin ang="108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F07D46D-45C5-EE0F-1D80-13FB54583494}"/>
              </a:ext>
            </a:extLst>
          </p:cNvPr>
          <p:cNvSpPr txBox="1"/>
          <p:nvPr/>
        </p:nvSpPr>
        <p:spPr>
          <a:xfrm>
            <a:off x="237224" y="1006423"/>
            <a:ext cx="64880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fr-FR" sz="2400" dirty="0">
                <a:solidFill>
                  <a:schemeClr val="bg1"/>
                </a:solidFill>
              </a:rPr>
              <a:t>III.	Recherche de nouveaux moteurs et variateurs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8A1CB03-4722-3F78-3DD3-2A57D18811E0}"/>
              </a:ext>
            </a:extLst>
          </p:cNvPr>
          <p:cNvSpPr txBox="1"/>
          <p:nvPr/>
        </p:nvSpPr>
        <p:spPr>
          <a:xfrm>
            <a:off x="707366" y="0"/>
            <a:ext cx="38646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400" b="1" dirty="0">
                <a:solidFill>
                  <a:srgbClr val="666664"/>
                </a:solidFill>
              </a:rPr>
              <a:t>Étude théorique</a:t>
            </a:r>
          </a:p>
          <a:p>
            <a:pPr algn="r"/>
            <a:r>
              <a:rPr lang="fr-FR" sz="1400" b="1" dirty="0">
                <a:solidFill>
                  <a:srgbClr val="666664"/>
                </a:solidFill>
              </a:rPr>
              <a:t>Étude pratique sur le moteur actuel</a:t>
            </a:r>
          </a:p>
          <a:p>
            <a:pPr algn="r"/>
            <a:r>
              <a:rPr lang="fr-FR" sz="1400" b="1" dirty="0">
                <a:solidFill>
                  <a:schemeClr val="bg1"/>
                </a:solidFill>
              </a:rPr>
              <a:t>Recherche de nouveaux moteurs et variateurs</a:t>
            </a:r>
          </a:p>
          <a:p>
            <a:pPr algn="r"/>
            <a:r>
              <a:rPr lang="fr-FR" sz="1400" b="1" dirty="0">
                <a:solidFill>
                  <a:srgbClr val="666664"/>
                </a:solidFill>
              </a:rPr>
              <a:t>Conclusion et annexes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37C971C-B2F8-F3E7-4202-315EC4A5D67B}"/>
              </a:ext>
            </a:extLst>
          </p:cNvPr>
          <p:cNvSpPr txBox="1"/>
          <p:nvPr/>
        </p:nvSpPr>
        <p:spPr>
          <a:xfrm>
            <a:off x="1922073" y="6569338"/>
            <a:ext cx="2313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400" b="1" dirty="0">
                <a:solidFill>
                  <a:srgbClr val="FFFFFF"/>
                </a:solidFill>
              </a:rPr>
              <a:t>Défi SAPHIRE 2024-2025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6578A6A-7325-91FB-4A86-BD68B7F6B109}"/>
              </a:ext>
            </a:extLst>
          </p:cNvPr>
          <p:cNvSpPr txBox="1"/>
          <p:nvPr/>
        </p:nvSpPr>
        <p:spPr>
          <a:xfrm>
            <a:off x="4908428" y="6569338"/>
            <a:ext cx="39250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solidFill>
                  <a:schemeClr val="bg1"/>
                </a:solidFill>
              </a:rPr>
              <a:t>Projet CoBRA : Cinématique</a:t>
            </a: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EAE17274-19FB-38F6-4306-7091AE667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6416" y="1872370"/>
            <a:ext cx="2202483" cy="1755732"/>
          </a:xfrm>
          <a:prstGeom prst="rect">
            <a:avLst/>
          </a:prstGeom>
        </p:spPr>
      </p:pic>
      <p:pic>
        <p:nvPicPr>
          <p:cNvPr id="27" name="Image 26" descr="Une image contenant habits, personne, intérieur, bureau&#10;&#10;Description générée automatiquement">
            <a:extLst>
              <a:ext uri="{FF2B5EF4-FFF2-40B4-BE49-F238E27FC236}">
                <a16:creationId xmlns:a16="http://schemas.microsoft.com/office/drawing/2014/main" id="{C1EF8BA2-D3C6-E252-6904-877EBCE99D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224" y="1876052"/>
            <a:ext cx="3154157" cy="4205543"/>
          </a:xfrm>
          <a:prstGeom prst="rect">
            <a:avLst/>
          </a:prstGeom>
        </p:spPr>
      </p:pic>
      <p:pic>
        <p:nvPicPr>
          <p:cNvPr id="28" name="Image 27" descr="Une image contenant personne, habits, Visage humain, homme&#10;&#10;Description générée automatiquement">
            <a:extLst>
              <a:ext uri="{FF2B5EF4-FFF2-40B4-BE49-F238E27FC236}">
                <a16:creationId xmlns:a16="http://schemas.microsoft.com/office/drawing/2014/main" id="{8408CE8D-A884-8F66-01F8-6B0AF564BB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17" t="21407" r="3525" b="50000"/>
          <a:stretch/>
        </p:blipFill>
        <p:spPr>
          <a:xfrm>
            <a:off x="3626416" y="3845224"/>
            <a:ext cx="4778353" cy="2236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143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49D1E-7299-176C-4370-F140E39D6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DEF91A6-B064-8240-6D77-540CB72AF24D}"/>
              </a:ext>
            </a:extLst>
          </p:cNvPr>
          <p:cNvSpPr/>
          <p:nvPr/>
        </p:nvSpPr>
        <p:spPr>
          <a:xfrm>
            <a:off x="0" y="0"/>
            <a:ext cx="4572000" cy="936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EEE574-B3CF-2525-8FCA-DCBF6DDB6B0B}"/>
              </a:ext>
            </a:extLst>
          </p:cNvPr>
          <p:cNvSpPr/>
          <p:nvPr/>
        </p:nvSpPr>
        <p:spPr>
          <a:xfrm>
            <a:off x="4572000" y="0"/>
            <a:ext cx="4572000" cy="936000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4D67BC-F689-CC47-8AA3-80113B4F0B71}"/>
              </a:ext>
            </a:extLst>
          </p:cNvPr>
          <p:cNvSpPr/>
          <p:nvPr/>
        </p:nvSpPr>
        <p:spPr>
          <a:xfrm>
            <a:off x="0" y="6570000"/>
            <a:ext cx="4572000" cy="2880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946270-0AAE-7F77-5E13-46CBAF755293}"/>
              </a:ext>
            </a:extLst>
          </p:cNvPr>
          <p:cNvSpPr/>
          <p:nvPr/>
        </p:nvSpPr>
        <p:spPr>
          <a:xfrm>
            <a:off x="4572000" y="6570000"/>
            <a:ext cx="4572000" cy="288000"/>
          </a:xfrm>
          <a:prstGeom prst="rect">
            <a:avLst/>
          </a:prstGeom>
          <a:solidFill>
            <a:srgbClr val="3333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F9C237E5-EB29-01B4-F95C-12083999A16C}"/>
              </a:ext>
            </a:extLst>
          </p:cNvPr>
          <p:cNvSpPr txBox="1"/>
          <p:nvPr/>
        </p:nvSpPr>
        <p:spPr>
          <a:xfrm>
            <a:off x="8574656" y="283334"/>
            <a:ext cx="336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2865E9-9B41-0EF8-D5E2-19111C8D4EC8}"/>
              </a:ext>
            </a:extLst>
          </p:cNvPr>
          <p:cNvSpPr/>
          <p:nvPr/>
        </p:nvSpPr>
        <p:spPr>
          <a:xfrm>
            <a:off x="0" y="918263"/>
            <a:ext cx="9144000" cy="638355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100000">
                <a:srgbClr val="3333B2"/>
              </a:gs>
            </a:gsLst>
            <a:lin ang="108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7FBE12C-EE16-2650-D9C7-52C5FB846824}"/>
              </a:ext>
            </a:extLst>
          </p:cNvPr>
          <p:cNvSpPr txBox="1"/>
          <p:nvPr/>
        </p:nvSpPr>
        <p:spPr>
          <a:xfrm>
            <a:off x="237224" y="1006423"/>
            <a:ext cx="64880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fr-FR" sz="2400" dirty="0">
                <a:solidFill>
                  <a:schemeClr val="bg1"/>
                </a:solidFill>
              </a:rPr>
              <a:t>III.	Recherche de nouveaux moteurs et variateurs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C4FADE3-2220-0C8D-4123-032C9A380827}"/>
              </a:ext>
            </a:extLst>
          </p:cNvPr>
          <p:cNvSpPr txBox="1"/>
          <p:nvPr/>
        </p:nvSpPr>
        <p:spPr>
          <a:xfrm>
            <a:off x="707366" y="0"/>
            <a:ext cx="38646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400" b="1" dirty="0">
                <a:solidFill>
                  <a:srgbClr val="666664"/>
                </a:solidFill>
              </a:rPr>
              <a:t>Étude théorique</a:t>
            </a:r>
          </a:p>
          <a:p>
            <a:pPr algn="r"/>
            <a:r>
              <a:rPr lang="fr-FR" sz="1400" b="1" dirty="0">
                <a:solidFill>
                  <a:srgbClr val="666664"/>
                </a:solidFill>
              </a:rPr>
              <a:t>Étude pratique sur le moteur actuel</a:t>
            </a:r>
          </a:p>
          <a:p>
            <a:pPr algn="r"/>
            <a:r>
              <a:rPr lang="fr-FR" sz="1400" b="1" dirty="0">
                <a:solidFill>
                  <a:schemeClr val="bg1"/>
                </a:solidFill>
              </a:rPr>
              <a:t>Recherche de nouveaux moteurs et variateurs</a:t>
            </a:r>
          </a:p>
          <a:p>
            <a:pPr algn="r"/>
            <a:r>
              <a:rPr lang="fr-FR" sz="1400" b="1" dirty="0">
                <a:solidFill>
                  <a:srgbClr val="666664"/>
                </a:solidFill>
              </a:rPr>
              <a:t>Conclusion et annexes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627BBB2-47B7-BC52-767F-3BE076B7E96D}"/>
              </a:ext>
            </a:extLst>
          </p:cNvPr>
          <p:cNvSpPr txBox="1"/>
          <p:nvPr/>
        </p:nvSpPr>
        <p:spPr>
          <a:xfrm>
            <a:off x="1922073" y="6569338"/>
            <a:ext cx="2313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400" b="1" dirty="0">
                <a:solidFill>
                  <a:srgbClr val="FFFFFF"/>
                </a:solidFill>
              </a:rPr>
              <a:t>Défi SAPHIRE 2024-2025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F9F47BB-6B06-76C5-158A-45A209098CB0}"/>
              </a:ext>
            </a:extLst>
          </p:cNvPr>
          <p:cNvSpPr txBox="1"/>
          <p:nvPr/>
        </p:nvSpPr>
        <p:spPr>
          <a:xfrm>
            <a:off x="4908428" y="6569338"/>
            <a:ext cx="39250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solidFill>
                  <a:schemeClr val="bg1"/>
                </a:solidFill>
              </a:rPr>
              <a:t>Projet CoBRA : Cinématique</a:t>
            </a:r>
          </a:p>
        </p:txBody>
      </p:sp>
      <p:graphicFrame>
        <p:nvGraphicFramePr>
          <p:cNvPr id="11" name="Tableau 10">
            <a:extLst>
              <a:ext uri="{FF2B5EF4-FFF2-40B4-BE49-F238E27FC236}">
                <a16:creationId xmlns:a16="http://schemas.microsoft.com/office/drawing/2014/main" id="{FB5830EF-2099-4D2F-DF1D-F13F373CB9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7673691"/>
              </p:ext>
            </p:extLst>
          </p:nvPr>
        </p:nvGraphicFramePr>
        <p:xfrm>
          <a:off x="1327979" y="2709608"/>
          <a:ext cx="6488041" cy="2214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4454">
                  <a:extLst>
                    <a:ext uri="{9D8B030D-6E8A-4147-A177-3AD203B41FA5}">
                      <a16:colId xmlns:a16="http://schemas.microsoft.com/office/drawing/2014/main" val="4218898052"/>
                    </a:ext>
                  </a:extLst>
                </a:gridCol>
                <a:gridCol w="1076632">
                  <a:extLst>
                    <a:ext uri="{9D8B030D-6E8A-4147-A177-3AD203B41FA5}">
                      <a16:colId xmlns:a16="http://schemas.microsoft.com/office/drawing/2014/main" val="3349755411"/>
                    </a:ext>
                  </a:extLst>
                </a:gridCol>
                <a:gridCol w="1106129">
                  <a:extLst>
                    <a:ext uri="{9D8B030D-6E8A-4147-A177-3AD203B41FA5}">
                      <a16:colId xmlns:a16="http://schemas.microsoft.com/office/drawing/2014/main" val="257185203"/>
                    </a:ext>
                  </a:extLst>
                </a:gridCol>
                <a:gridCol w="1637071">
                  <a:extLst>
                    <a:ext uri="{9D8B030D-6E8A-4147-A177-3AD203B41FA5}">
                      <a16:colId xmlns:a16="http://schemas.microsoft.com/office/drawing/2014/main" val="2765576691"/>
                    </a:ext>
                  </a:extLst>
                </a:gridCol>
                <a:gridCol w="1463755">
                  <a:extLst>
                    <a:ext uri="{9D8B030D-6E8A-4147-A177-3AD203B41FA5}">
                      <a16:colId xmlns:a16="http://schemas.microsoft.com/office/drawing/2014/main" val="3099901721"/>
                    </a:ext>
                  </a:extLst>
                </a:gridCol>
              </a:tblGrid>
              <a:tr h="324976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Hélice 5/5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Hélice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Balance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Moteur dans flux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Poussée(g)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631518"/>
                  </a:ext>
                </a:extLst>
              </a:tr>
              <a:tr h="324976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2135625"/>
                  </a:ext>
                </a:extLst>
              </a:tr>
              <a:tr h="324976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-125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7703886"/>
                  </a:ext>
                </a:extLst>
              </a:tr>
              <a:tr h="37841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1722048"/>
                  </a:ext>
                </a:extLst>
              </a:tr>
              <a:tr h="464808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-175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633611"/>
                  </a:ext>
                </a:extLst>
              </a:tr>
            </a:tbl>
          </a:graphicData>
        </a:graphic>
      </p:graphicFrame>
      <p:sp>
        <p:nvSpPr>
          <p:cNvPr id="13" name="ZoneTexte 12">
            <a:extLst>
              <a:ext uri="{FF2B5EF4-FFF2-40B4-BE49-F238E27FC236}">
                <a16:creationId xmlns:a16="http://schemas.microsoft.com/office/drawing/2014/main" id="{CA5C7F6A-62B4-B9F8-1E93-836A0810DCC0}"/>
              </a:ext>
            </a:extLst>
          </p:cNvPr>
          <p:cNvSpPr txBox="1"/>
          <p:nvPr/>
        </p:nvSpPr>
        <p:spPr>
          <a:xfrm>
            <a:off x="1327979" y="5073445"/>
            <a:ext cx="6488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T </a:t>
            </a:r>
            <a:r>
              <a:rPr lang="fr-FR" dirty="0" err="1"/>
              <a:t>Motor</a:t>
            </a:r>
            <a:r>
              <a:rPr lang="fr-FR" dirty="0"/>
              <a:t> – AS2303 F3P 2300 kV </a:t>
            </a:r>
          </a:p>
        </p:txBody>
      </p:sp>
    </p:spTree>
    <p:extLst>
      <p:ext uri="{BB962C8B-B14F-4D97-AF65-F5344CB8AC3E}">
        <p14:creationId xmlns:p14="http://schemas.microsoft.com/office/powerpoint/2010/main" val="398371527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607</TotalTime>
  <Words>630</Words>
  <Application>Microsoft Office PowerPoint</Application>
  <PresentationFormat>Affichage à l'écran (4:3)</PresentationFormat>
  <Paragraphs>179</Paragraphs>
  <Slides>11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PT Serif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Tancrède Wlodyka</dc:creator>
  <cp:lastModifiedBy>antoine.huet</cp:lastModifiedBy>
  <cp:revision>106</cp:revision>
  <dcterms:created xsi:type="dcterms:W3CDTF">2023-05-15T12:27:53Z</dcterms:created>
  <dcterms:modified xsi:type="dcterms:W3CDTF">2025-06-04T07:20:06Z</dcterms:modified>
</cp:coreProperties>
</file>